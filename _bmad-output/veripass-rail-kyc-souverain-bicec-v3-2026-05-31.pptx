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2297575c54057" /><Relationship Type="http://schemas.openxmlformats.org/officeDocument/2006/relationships/extended-properties" Target="/docProps/app.xml" Id="R0f62405333724d27" /><Relationship Type="http://schemas.openxmlformats.org/officeDocument/2006/relationships/officeDocument" Target="/ppt/presentation.xml" Id="R092e95aa679c4c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7bdbbe0c0345ff"/>
  </p:sldMasterIdLst>
  <p:notesMasterIdLst>
    <p:notesMasterId xmlns:r="http://schemas.openxmlformats.org/officeDocument/2006/relationships" r:id="R78d06a0facc34e4f"/>
  </p:notesMasterIdLst>
  <p:sldIdLst>
    <p:sldId xmlns:r="http://schemas.openxmlformats.org/officeDocument/2006/relationships" id="256" r:id="R555c33c0e6564465"/>
    <p:sldId xmlns:r="http://schemas.openxmlformats.org/officeDocument/2006/relationships" id="257" r:id="R18e324d86faf49a4"/>
    <p:sldId xmlns:r="http://schemas.openxmlformats.org/officeDocument/2006/relationships" id="258" r:id="Rf0d757ee80e3425d"/>
    <p:sldId xmlns:r="http://schemas.openxmlformats.org/officeDocument/2006/relationships" id="259" r:id="R3ef1bc81c5c840d5"/>
    <p:sldId xmlns:r="http://schemas.openxmlformats.org/officeDocument/2006/relationships" id="260" r:id="R02897c7fcc0d4057"/>
    <p:sldId xmlns:r="http://schemas.openxmlformats.org/officeDocument/2006/relationships" id="261" r:id="R3f1ba721291f40f5"/>
    <p:sldId xmlns:r="http://schemas.openxmlformats.org/officeDocument/2006/relationships" id="262" r:id="R6d954b2ca7134997"/>
    <p:sldId xmlns:r="http://schemas.openxmlformats.org/officeDocument/2006/relationships" id="263" r:id="Rd28c1dfb39d34fe4"/>
    <p:sldId xmlns:r="http://schemas.openxmlformats.org/officeDocument/2006/relationships" id="264" r:id="R4092fa999c934923"/>
    <p:sldId xmlns:r="http://schemas.openxmlformats.org/officeDocument/2006/relationships" id="265" r:id="R7f74e911b1b845d3"/>
    <p:sldId xmlns:r="http://schemas.openxmlformats.org/officeDocument/2006/relationships" id="266" r:id="R41b96d3a40a74737"/>
    <p:sldId xmlns:r="http://schemas.openxmlformats.org/officeDocument/2006/relationships" id="267" r:id="R0123c5613b2c4dbf"/>
    <p:sldId xmlns:r="http://schemas.openxmlformats.org/officeDocument/2006/relationships" id="268" r:id="R59083e953f2f4476"/>
    <p:sldId xmlns:r="http://schemas.openxmlformats.org/officeDocument/2006/relationships" id="269" r:id="R2d50a6b37c6448ff"/>
    <p:sldId xmlns:r="http://schemas.openxmlformats.org/officeDocument/2006/relationships" id="270" r:id="R459fc27ddc8f4b02"/>
    <p:sldId xmlns:r="http://schemas.openxmlformats.org/officeDocument/2006/relationships" id="271" r:id="Reecd4bbae56f420f"/>
    <p:sldId xmlns:r="http://schemas.openxmlformats.org/officeDocument/2006/relationships" id="272" r:id="R23b03d5b42ee47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bdbbe0c0345ff" /><Relationship Type="http://schemas.openxmlformats.org/officeDocument/2006/relationships/theme" Target="/ppt/theme/theme1.xml" Id="Rdecd2cd665484fae" /><Relationship Type="http://schemas.openxmlformats.org/officeDocument/2006/relationships/notesMaster" Target="/ppt/notesMasters/notesMaster1.xml" Id="R78d06a0facc34e4f" /><Relationship Type="http://schemas.openxmlformats.org/officeDocument/2006/relationships/presProps" Target="/ppt/presProps.xml" Id="Ra3f4ab221703470f" /><Relationship Type="http://schemas.openxmlformats.org/officeDocument/2006/relationships/viewProps" Target="/ppt/viewProps.xml" Id="R6aabcd56177d4cdd" /><Relationship Type="http://schemas.openxmlformats.org/officeDocument/2006/relationships/tableStyles" Target="/ppt/tableStyles.xml" Id="R3001ee74af804cc4" /><Relationship Type="http://schemas.openxmlformats.org/officeDocument/2006/relationships/slide" Target="/ppt/slides/slide1.xml" Id="R555c33c0e6564465" /><Relationship Type="http://schemas.openxmlformats.org/officeDocument/2006/relationships/slide" Target="/ppt/slides/slide2.xml" Id="R18e324d86faf49a4" /><Relationship Type="http://schemas.openxmlformats.org/officeDocument/2006/relationships/slide" Target="/ppt/slides/slide3.xml" Id="Rf0d757ee80e3425d" /><Relationship Type="http://schemas.openxmlformats.org/officeDocument/2006/relationships/slide" Target="/ppt/slides/slide4.xml" Id="R3ef1bc81c5c840d5" /><Relationship Type="http://schemas.openxmlformats.org/officeDocument/2006/relationships/slide" Target="/ppt/slides/slide5.xml" Id="R02897c7fcc0d4057" /><Relationship Type="http://schemas.openxmlformats.org/officeDocument/2006/relationships/slide" Target="/ppt/slides/slide6.xml" Id="R3f1ba721291f40f5" /><Relationship Type="http://schemas.openxmlformats.org/officeDocument/2006/relationships/slide" Target="/ppt/slides/slide7.xml" Id="R6d954b2ca7134997" /><Relationship Type="http://schemas.openxmlformats.org/officeDocument/2006/relationships/slide" Target="/ppt/slides/slide8.xml" Id="Rd28c1dfb39d34fe4" /><Relationship Type="http://schemas.openxmlformats.org/officeDocument/2006/relationships/slide" Target="/ppt/slides/slide9.xml" Id="R4092fa999c934923" /><Relationship Type="http://schemas.openxmlformats.org/officeDocument/2006/relationships/slide" Target="/ppt/slides/slide10.xml" Id="R7f74e911b1b845d3" /><Relationship Type="http://schemas.openxmlformats.org/officeDocument/2006/relationships/slide" Target="/ppt/slides/slide11.xml" Id="R41b96d3a40a74737" /><Relationship Type="http://schemas.openxmlformats.org/officeDocument/2006/relationships/slide" Target="/ppt/slides/slide12.xml" Id="R0123c5613b2c4dbf" /><Relationship Type="http://schemas.openxmlformats.org/officeDocument/2006/relationships/slide" Target="/ppt/slides/slide13.xml" Id="R59083e953f2f4476" /><Relationship Type="http://schemas.openxmlformats.org/officeDocument/2006/relationships/slide" Target="/ppt/slides/slide14.xml" Id="R2d50a6b37c6448ff" /><Relationship Type="http://schemas.openxmlformats.org/officeDocument/2006/relationships/slide" Target="/ppt/slides/slide15.xml" Id="R459fc27ddc8f4b02" /><Relationship Type="http://schemas.openxmlformats.org/officeDocument/2006/relationships/slide" Target="/ppt/slides/slide16.xml" Id="Reecd4bbae56f420f" /><Relationship Type="http://schemas.openxmlformats.org/officeDocument/2006/relationships/slide" Target="/ppt/slides/slide17.xml" Id="R23b03d5b42ee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6140c57e57f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ed5ef5b8c41ce" /><Relationship Type="http://schemas.openxmlformats.org/officeDocument/2006/relationships/notesMaster" Target="/ppt/notesMasters/notesMaster1.xml" Id="R49af3e73485a4d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565df384464b89" /><Relationship Type="http://schemas.openxmlformats.org/officeDocument/2006/relationships/notesMaster" Target="/ppt/notesMasters/notesMaster1.xml" Id="R6e730a52ffeb4b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5d8a69f9d34e31" /><Relationship Type="http://schemas.openxmlformats.org/officeDocument/2006/relationships/notesMaster" Target="/ppt/notesMasters/notesMaster1.xml" Id="Rdc6716ff9f0245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a0b90d2ed9449b" /><Relationship Type="http://schemas.openxmlformats.org/officeDocument/2006/relationships/notesMaster" Target="/ppt/notesMasters/notesMaster1.xml" Id="R2850442ff41e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572d94e6f1427c" /><Relationship Type="http://schemas.openxmlformats.org/officeDocument/2006/relationships/notesMaster" Target="/ppt/notesMasters/notesMaster1.xml" Id="R0456b7ae344d49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ec276cc65547ed" /><Relationship Type="http://schemas.openxmlformats.org/officeDocument/2006/relationships/notesMaster" Target="/ppt/notesMasters/notesMaster1.xml" Id="R09eb310c3e6e4f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d619a94b954752" /><Relationship Type="http://schemas.openxmlformats.org/officeDocument/2006/relationships/notesMaster" Target="/ppt/notesMasters/notesMaster1.xml" Id="R41b9e95de29f46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10c93a7d2a4946" /><Relationship Type="http://schemas.openxmlformats.org/officeDocument/2006/relationships/notesMaster" Target="/ppt/notesMasters/notesMaster1.xml" Id="R830d68439f0747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f8eedf27bf40a8" /><Relationship Type="http://schemas.openxmlformats.org/officeDocument/2006/relationships/notesMaster" Target="/ppt/notesMasters/notesMaster1.xml" Id="R725eda8c7faa4b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e368915c3e45c9" /><Relationship Type="http://schemas.openxmlformats.org/officeDocument/2006/relationships/notesMaster" Target="/ppt/notesMasters/notesMaster1.xml" Id="Rb673e105b4354c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9e30254ddc41b3" /><Relationship Type="http://schemas.openxmlformats.org/officeDocument/2006/relationships/notesMaster" Target="/ppt/notesMasters/notesMaster1.xml" Id="Rd8c40847f6f643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db139585a94467" /><Relationship Type="http://schemas.openxmlformats.org/officeDocument/2006/relationships/notesMaster" Target="/ppt/notesMasters/notesMaster1.xml" Id="Rd8d88feac93046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3a21f3c8fe480e" /><Relationship Type="http://schemas.openxmlformats.org/officeDocument/2006/relationships/notesMaster" Target="/ppt/notesMasters/notesMaster1.xml" Id="Rbce933967da14b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5ce6d7a2fd494e" /><Relationship Type="http://schemas.openxmlformats.org/officeDocument/2006/relationships/notesMaster" Target="/ppt/notesMasters/notesMaster1.xml" Id="R9a83168dd5bf4d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2fb3a89f4a4ebe" /><Relationship Type="http://schemas.openxmlformats.org/officeDocument/2006/relationships/notesMaster" Target="/ppt/notesMasters/notesMaster1.xml" Id="R706649a7d0384f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a3ba545a044fdc" /><Relationship Type="http://schemas.openxmlformats.org/officeDocument/2006/relationships/notesMaster" Target="/ppt/notesMasters/notesMaster1.xml" Id="R1d752a3e54d5457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fd0e381ece4b66" /><Relationship Type="http://schemas.openxmlformats.org/officeDocument/2006/relationships/notesMaster" Target="/ppt/notesMasters/notesMaster1.xml" Id="Rd8fc6754342f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8c9f300de4d7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a437823a694cb3" /><Relationship Type="http://schemas.openxmlformats.org/officeDocument/2006/relationships/slideLayout" Target="/ppt/slideLayouts/slideLayout2.xml" Id="R5a2a34d7fbf042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2a34d7fbf042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657d7744aa49b8" /><Relationship Type="http://schemas.openxmlformats.org/officeDocument/2006/relationships/image" Target="/ppt/media/image.jpeg" Id="R0846b347cd904fde" /><Relationship Type="http://schemas.openxmlformats.org/officeDocument/2006/relationships/image" Target="/ppt/media/image.png" Id="Re0962173e1a74b0a" /><Relationship Type="http://schemas.openxmlformats.org/officeDocument/2006/relationships/image" Target="/ppt/media/image2.png" Id="R5e1c36a7df164695" /><Relationship Type="http://schemas.openxmlformats.org/officeDocument/2006/relationships/notesSlide" Target="/ppt/notesSlides/notesSlide1.xml" Id="R59c1057736844a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bd14091674e84" /><Relationship Type="http://schemas.openxmlformats.org/officeDocument/2006/relationships/notesSlide" Target="/ppt/notesSlides/notesSlide2.xml" Id="Rf360fc4603fb40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cd37fe670c4491" /><Relationship Type="http://schemas.openxmlformats.org/officeDocument/2006/relationships/notesSlide" Target="/ppt/notesSlides/notesSlide3.xml" Id="R500f63b0d42045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ec19cde12148b7" /><Relationship Type="http://schemas.openxmlformats.org/officeDocument/2006/relationships/notesSlide" Target="/ppt/notesSlides/notesSlide4.xml" Id="R78632ecf93f447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be6e6402274a20" /><Relationship Type="http://schemas.openxmlformats.org/officeDocument/2006/relationships/notesSlide" Target="/ppt/notesSlides/notesSlide5.xml" Id="R7a147a66637541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96e85ecbc742e3" /><Relationship Type="http://schemas.openxmlformats.org/officeDocument/2006/relationships/notesSlide" Target="/ppt/notesSlides/notesSlide6.xml" Id="Ra473a20d393e49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01e95902b45a1" /><Relationship Type="http://schemas.openxmlformats.org/officeDocument/2006/relationships/notesSlide" Target="/ppt/notesSlides/notesSlide7.xml" Id="R0f2cc73f03f14c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130e58fcae42d1" /><Relationship Type="http://schemas.openxmlformats.org/officeDocument/2006/relationships/notesSlide" Target="/ppt/notesSlides/notesSlide8.xml" Id="R8374c44131754a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a2aa428c954de7" /><Relationship Type="http://schemas.openxmlformats.org/officeDocument/2006/relationships/image" Target="/ppt/media/image3.png" Id="R3f0cd1abeac94c45" /><Relationship Type="http://schemas.openxmlformats.org/officeDocument/2006/relationships/image" Target="/ppt/media/image4.png" Id="R2ab06d01fff142a6" /><Relationship Type="http://schemas.openxmlformats.org/officeDocument/2006/relationships/notesSlide" Target="/ppt/notesSlides/notesSlide9.xml" Id="Rd30b6c3657bf4c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898fa1eba343d3" /><Relationship Type="http://schemas.openxmlformats.org/officeDocument/2006/relationships/image" Target="/ppt/media/image5.png" Id="R1a4bc176b8ed41ab" /><Relationship Type="http://schemas.openxmlformats.org/officeDocument/2006/relationships/image" Target="/ppt/media/image6.png" Id="Rb5de5e208f8648c7" /><Relationship Type="http://schemas.openxmlformats.org/officeDocument/2006/relationships/notesSlide" Target="/ppt/notesSlides/notesSlide10.xml" Id="Rc652398fc32441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ae8f88127a47e7" /><Relationship Type="http://schemas.openxmlformats.org/officeDocument/2006/relationships/notesSlide" Target="/ppt/notesSlides/notesSlide11.xml" Id="R583f1126d3bb48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21518619e843b9" /><Relationship Type="http://schemas.openxmlformats.org/officeDocument/2006/relationships/image" Target="/ppt/media/image7.png" Id="R9ec863737d0e4583" /><Relationship Type="http://schemas.openxmlformats.org/officeDocument/2006/relationships/image" Target="/ppt/media/image8.png" Id="R8f39f4aa9cc64dbd" /><Relationship Type="http://schemas.openxmlformats.org/officeDocument/2006/relationships/notesSlide" Target="/ppt/notesSlides/notesSlide12.xml" Id="R71fef638f5fd4f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6fce00da44fcb" /><Relationship Type="http://schemas.openxmlformats.org/officeDocument/2006/relationships/image" Target="/ppt/media/image9.png" Id="R2453c67c594742ef" /><Relationship Type="http://schemas.openxmlformats.org/officeDocument/2006/relationships/notesSlide" Target="/ppt/notesSlides/notesSlide13.xml" Id="R2e9398ab365944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321a12ce4c43fd" /><Relationship Type="http://schemas.openxmlformats.org/officeDocument/2006/relationships/image" Target="/ppt/media/image10.png" Id="R1b43aa7c99ff4154" /><Relationship Type="http://schemas.openxmlformats.org/officeDocument/2006/relationships/notesSlide" Target="/ppt/notesSlides/notesSlide14.xml" Id="Rebd4ae754a0247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fd801e1d143d0" /><Relationship Type="http://schemas.openxmlformats.org/officeDocument/2006/relationships/notesSlide" Target="/ppt/notesSlides/notesSlide15.xml" Id="R163333c7d9e941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fbe69867e949c0" /><Relationship Type="http://schemas.openxmlformats.org/officeDocument/2006/relationships/notesSlide" Target="/ppt/notesSlides/notesSlide16.xml" Id="R7df901eab9df41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b2d1d83294d4d" /><Relationship Type="http://schemas.openxmlformats.org/officeDocument/2006/relationships/image" Target="/ppt/media/image2.jpeg" Id="Raa794296383b49a5" /><Relationship Type="http://schemas.openxmlformats.org/officeDocument/2006/relationships/notesSlide" Target="/ppt/notesSlides/notesSlide17.xml" Id="Rceea23ab8d2f40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1EB3E2-917E-4181-A14B-5C0D692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8835B-61C5-488B-AC1D-268DD919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B6C51-4BB2-4D2A-9559-93A17B3A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8F72A-C987-4348-A6B6-B3E469C1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F9588-14D6-4284-B7E2-8AE890B1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6b347cd904fde"/>
          <a:stretch xmlns:a="http://schemas.openxmlformats.org/drawingml/2006/main"/>
        </p:blipFill>
        <p:spPr>
          <a:xfrm xmlns:a="http://schemas.openxmlformats.org/drawingml/2006/main">
            <a:off x="819150" y="457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97E27-E5A8-4B2A-98BB-A966F1B8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972B2-0302-4285-A868-D75AD54B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RAIL KYC SOUVERAIN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927EE-EC15-442F-B315-6B62FF88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638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BICEC ne doit pas louer sa porte d'entree client.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DB882-4C08-46C5-A459-EEE4BD79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47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C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6ECF4"/>
                </a:solidFill>
                <a:latin typeface="Aptos"/>
                <a:ea typeface="Aptos"/>
                <a:cs typeface="Aptos"/>
              </a:rPr>
              <a:t>VeriPass transforme l'ouverture de compte en preuve bancaire: capture mobile, controle humain, AML bloquant, audit exploitable.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E52D3-96E7-4660-815F-1740CE21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D6A8E-A466-474D-A313-2949D3EB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Angle de la reunion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F0B67-DBF6-4E38-B2DB-BF8D64C7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Acheter l'avance. Pas une dependance.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73990-9697-4A1B-9BD0-3582B316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23900"/>
            <a:ext cx="4095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F31"/>
          </a:solidFill>
          <a:ln xmlns:a="http://schemas.openxmlformats.org/drawingml/2006/main" w="9525">
            <a:solidFill>
              <a:srgbClr val="2D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19958-1E59-44A5-9396-AA64D5E9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904875"/>
            <a:ext cx="2286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62173e1a74b0a"/>
          <a:srcRect xmlns:a="http://schemas.openxmlformats.org/drawingml/2006/main" l="0" t="4002" r="0" b="40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000125"/>
            <a:ext cx="2095500" cy="4171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32ACC-9785-4378-B14D-AEBA3E78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62075"/>
            <a:ext cx="21526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c36a7df164695"/>
          <a:srcRect xmlns:a="http://schemas.openxmlformats.org/drawingml/2006/main" l="0" t="5636" r="0" b="5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3550" y="1457325"/>
            <a:ext cx="1962150" cy="3219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DF900-4941-43AA-854C-D8E36886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EB3A9-6549-4B75-8467-A159820D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435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bataille commence avant l'agence.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FFB9B-200C-4090-A973-E4239EB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4EDF0-36A5-4824-9A98-BF0FC9CE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- reference-beating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1E2E1-146D-4F54-84F6-2A0001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8098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961E4B-AEE3-4AC7-8888-549F5286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50870-1351-4BC4-95FF-44DE1506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2500B-5199-4836-9384-139335F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SOMMAIRE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05741B-1752-45F1-9E95-8922CF0A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4 chapitres. 1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BDFA6-46D7-4806-961D-BF7ACE85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deck doit mener les parties prenantes a une seule conclusion: BICEC a plus a perdre en attendant qu'en pilotant maintenant.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6037-CDA5-4335-93A6-B50EC956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87CD9-E073-4355-8B63-FE3C41C0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9EB71-F0D5-49B9-9E4E-FE4971A4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AF4CE-792C-48FD-83F4-F20E598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Contexte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33FF1-5879-4EA2-9F55-4B139901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mobile et les concurrents prennent l'entree client.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B7E69-F5FD-4C1C-BB82-204D5963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E4200-2595-42D1-895F-8DFEA8C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7B048-74C1-467C-A119-741BF88B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9A2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38D0B-3A13-4A48-B631-591EC54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02AF30-6286-4663-B742-C0F118E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structure le rail KYC souverain.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B5886-C862-4553-AC05-800FFB07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7FF2A-1667-4CBB-8FE3-51B9C716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B619FE-860D-4B81-971A-081FF139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9E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9E9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16C72-4B29-492A-BC05-EF806E8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Preuve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20B03-2661-423F-BB17-F85B9A68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Risque, audit et pilotage sont deja demonstrables.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870C66-385A-4767-9EF3-59A3E796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B90CB-E869-47BA-9D32-2E0F0D57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BE3DA-9CE7-4074-A4DC-0FB215AD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15F80-4BB7-42CE-A240-2E95893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Opportunite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D84FE-FF9C-45A4-A2B5-2D656813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 pilote court transforme l'intuition en donnees.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FCE151-2620-45B6-9F22-743D9E6E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B985A-28C7-4F08-8E67-4DEECA2A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N'achetez pas un logiciel. Achetez une position avant que d'autres la verrouillent.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BD407B-6102-499F-A8AE-E744DE35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9D539-67A9-49C1-83E1-A0BC4D7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86690-6B9D-4968-9EE6-AB1E0B51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7115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63934-4622-42A6-92C6-F21F1C80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96AE8-BB51-4769-B61F-97FEB8A9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826A1-B90A-4EE5-BBD2-0F6CEE1F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CHAPITRE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8C7F8-9B19-4C1B-8857-5760DDB6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18339-847D-467B-BAC1-28713A4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monde bascule vers le mobile. La bataille locale a deja commence.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97059-D082-4F41-A4EA-34F0A81E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Et cette bataille n'est pas technique. Elle porte sur une chose simple: qui controle le premier geste financier du client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C7F14-3230-4D4A-B92E-39B2F5CE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52550"/>
            <a:ext cx="2095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33D5E-993D-40E8-AE62-BCC0DA69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KYC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D8E32-36FA-4068-BA2F-85AE8D0B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n'est plus une formalite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529D1-2F88-4D18-96E0-7D4B93C6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F6791-BC86-4EC5-BDAA-D9EF4B70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c'est l'entree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A3C89-C9A0-473B-B37B-E4FB02B2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3BDEE-8BF8-4D8B-9220-523CF826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26C0B-7F80-4343-AD52-B9620206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0313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65D53-2AED-4596-88FE-32082BB3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5E148-2268-4ACA-B402-9678AEC8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5DC0E-D3F8-44AD-AC84-B5F98AD1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CONTEXTE MARCHE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640A8-4D5C-46AA-B61B-F1F15351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 mobile est devenu l'infrastructure d'acquisition. Le Cameroun suit deja.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3375B-9860-40F8-8EA9-748BAFEE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BICEC n'a pas besoin qu'on lui recite ses chiffres. Elle doit voir que la promesse d'entree digitale est deja vendue au client.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EFE53-B628-43C0-A4CD-DF7B9294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503DD-CCC9-41CE-8CD2-79654015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USD 2T+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92123-1DB7-44FE-B723-9D5FCD33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mobile money en 2025 selon GSMA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CF530-BA7C-45F3-BA0B-1993121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7C3A0-7B23-4241-A6BA-320FA683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955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2.3B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4B110-0C45-48F6-B648-357DEF9C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comptes mobile money enregistres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9DCC3-2A5F-4563-B263-21E75500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4E6F1-FED1-45E0-9925-ADFFAA9F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A2FD7-F311-4B58-9F63-8DCBC9B0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adultes ayant epargne en 2024 dans les economies en dev.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C8E74-CE23-4B36-B698-9F5228F6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FD471-D52A-490E-BD7C-5113EA02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5B57A-C221-4524-98B5-4D4DAA0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BGFI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5D8BA-662B-4EB5-8BB0-D3C0A69A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Onboarding web + app Banking/Money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6BDDB-E0C0-4EC9-9D8F-E9305BE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3D455-88C5-4736-85F0-F21F6963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179C4-97AA-4B5D-A182-9EAC5F12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Ecobank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AAA6A-15FC-41A0-9E7F-ED4BC931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Xpress Account mobile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DD69F8-3185-4C37-9D30-9C61A50D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60574-B96B-4743-B4FE-7F141CE7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44B4C-E2E3-49CD-897A-DD67E232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Orange Money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84BE7-31EA-46F4-9D19-ADAACBA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Onboarding + video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10D7DA-7A2A-4136-A04B-0DB05C0B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92F4A-2B0A-41C9-B7F8-64CC0C4A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B5040-0CDF-43BA-8AE9-1C60B54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UBA M2U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18130-619B-4B4F-B04F-C5287A7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Wallet clients et non-clients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A923C2-5394-497C-9067-C105A0ED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979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EA8BE-60A2-43CA-B407-F0239A6A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0"/>
            <a:ext cx="923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signal est clair: la porte d'entree digitale ne restera pas vacante.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0DFD87-0845-4A9C-9998-A3E7F94C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Sources: World Bank Global Findex 2025; GSMA Mobile Money 2026; BGFI, Ecobank, Orange Money, UBA public pages.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789279-3388-4E58-B33C-16836718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3D739E-5237-48C8-B3B1-BA5FD6B4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BD5EB2-0AF8-41D3-B576-BB6C2242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920900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C284D0-8EE3-49DB-85B6-63E43C4A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E39B2-24B8-422E-8E31-ACAB72CB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437BD-26E4-4568-AF4B-E8DA0F6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COUT DE L'INACTION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FFCF8-8D3F-448C-B622-3AFBF2E0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Attendre, c'est financer l'habitude des autres.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5059A-BA95-4B94-BDB7-B4510F36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771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 vrai risque n'est pas seulement un dossier plus lent. Le vrai risque est que le client apprenne a commencer ailleurs.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596CD-0886-4990-A823-91AD8625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FDBFD-EFD3-4531-9C93-2BBEB427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4397F-2CB4-43C2-94DC-A9AEBBA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Premier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FF905-21FF-47F1-BEFF-7912E247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perdu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9150A-A6B3-40B1-8373-04887226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91E74-3A90-4A48-8386-0718B58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47636-A67C-41EC-94DD-41D796D5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Donnee d'identite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C24C3-94C3-4C44-BC1A-B2968BAF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apprise ailleurs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D43E0-75AD-491A-BC6B-916FEE99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FDD2A-542B-4F2C-B3FF-9C4ED35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04A1E-B9E6-428C-AE67-6B777911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Cross-sell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CF855-6C54-4108-8274-28AEBB2E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retarde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F411F-D9A0-425B-BD64-AA7C153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4E8B1-99FA-49E0-B0C1-E0DC312E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E248F-368C-4A4A-B9AA-C848B0F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Courbe KYC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C8753-40A2-40D8-A6E6-422D97F5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ratee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8660C-FAC6-4DE2-8F50-6424CA40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B31CE0-9839-4D69-B0EF-AE07AF30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35C4DA-8221-489F-AF8A-76551EE2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Image digitale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B7919-D9B9-4C5A-9D37-48008BD0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subie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BD4433-9767-4280-A438-6543ADDB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767ED-5DC1-47E6-A27C-C3ED8A18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Chaque mois sans rail KYC digital est un mois ou le marche enseigne autre chose au client.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D61E1-7405-4D55-AA47-D1618FA9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424BCE-9780-4290-B8F7-D6D1096B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38394-22B1-4E62-BA12-2E22870A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30758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54FF8-5691-430C-8E31-10CF3050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F6EF3-0DA7-471C-BAAD-7F8EEF5F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339E9-3D6E-4667-8E56-DE253794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DIGITALKYC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E39C6-61F0-4318-BD10-B53E0BA5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Ce qu'ils ont vraiment fait: ils ont vendu une infrastructure de confiance.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51E10-233C-4FA4-846F-5B2BA0E1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PDF ne pousse pas un ecran mobile. Il empile trois niveaux de valeur: parcours client, usine KYC/AML, cycle de vie.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14CC8-715F-482F-BF17-A6663CF2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85D90-D5F9-49B7-A36A-4170686D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64412-D245-4D69-9CF5-6D32C2F2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Front office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B46AC-7566-4F6C-98A9-2553A266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onboarding web/mobile, omni-canal, support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ABDBE-F72A-451E-A006-57993F9A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9A91E-F7D9-403C-B338-002B65B4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337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8408D-641F-4288-84DE-7CDF538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Factory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054F4-9FB1-4798-8262-F6E6A5F3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workflow, data capture, verification, screening, risk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A9EC1-BF4A-44FB-B249-053D48A8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2027B-CCD4-45E3-9473-4600E243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337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9CBE7-4639-4DCA-BCA2-4BC7CD2E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147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Lifecycle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CAFB9-3940-421B-B84B-464D0CFA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repository central, monitoring, remediation,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CFE65-FA9B-484B-92B2-07445E7A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18B61-D055-4AD2-9176-D8EF70E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925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Leur lecon: le KYC devient un actif de plateforme. Notre adaptation: commencer par le rail local que BICEC peut controler et mesurer.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E4BC3-AE0D-495A-AB62-20E9B912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70B2B-11A5-4955-A96C-2FBCE0A0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A1D7D-4B19-4E24-8FDB-FA12B9F9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0946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23D892-F536-4098-9DB0-506B3CD0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1903C-E14E-4587-A0FE-97A8589F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08DAC-8CA6-42D6-B2A4-1D9FD7FB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ADAPTATION BICEC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446A0-EDD1-485D-B54D-4E32F15E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On ne copie pas leurs promesses. On traduit leur modele dans notre realite.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3C65F-1CA4-437A-A1E4-4EC5EB8D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bonne posture: montrer le rail deja credible, le pilote mesurable, et les limites que BICEC doit garder sous controle.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DCE04-5D96-4553-ACF3-7C410BE6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4716A-AD16-4DFE-9902-4C181BF2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EF3FC-94E2-4028-8A3F-9800E3A6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Deja demonstrable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BE93E-6AD4-4E2E-8D72-69F5B5D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mobile PWA, CNI Cameroun, OCR review, liveness, backoffice, AML block,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AE7F8-DD77-4A6F-9F8F-7B6A6ED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69192-E102-45BD-95A5-09C2B63B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6597A-7A8D-4EBF-8F56-8253F17C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A mesurer en pilote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EC04-320F-4135-893A-111EFEBA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242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delais, qualite OCR, abandons, temps agent, retours conformite, adoption agence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ABA40-798D-4B8A-8037-553B7535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6DF053-3E19-41E6-8D06-B0705307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9274A-39ED-40D6-AB55-2DC93DA6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Extension logique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D0895-815C-48AC-B80C-634A6338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00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monitoring, remediation, BI PAY/cards/savings, SME/KYB apres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F7D6A-ADF3-445B-8576-4BDAFD18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6D2BE-92D0-4B12-8BCB-924AC4F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E1D1E-1313-4D3A-8DD2-9522E236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054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A ne pas promettre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BA7613-5EBC-4D26-B63F-F46E541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couverture mondiale, KYB complet, integrations bancaires lourdes, decision automatique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817F2-5E8A-46F9-8E92-978F350C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0859D-63C6-4D0E-9925-5C6C27C9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00750"/>
            <a:ext cx="876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message: VeriPass est le premier rail souverain a tester, pas une usine mondiale a pretendre.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9FC19-1223-4F3D-A40B-AB7F82AB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8F17F-27D2-4399-8545-BF0DDB66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95B47-A069-4FEC-8AB1-A03CCE0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12273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F96B7-F8ED-48C2-85C2-78436532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4CEF2-0CED-4C37-A721-9B5BC64E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54AAB-9DA2-412A-9A14-5ADD94E4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CHAPITRE 02 -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4C5D9-A214-4202-8672-E32C64F8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VeriPass reduit la friction client sans retirer le controle a la banque.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3A96B-5D92-4D26-B22D-745DAEA3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force commerciale du MVP: une meme preuve circule du client vers les agents, puis devient decision, audit et pilotage.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94ED6-5581-45FB-B74C-B5612D93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07997-9262-44E0-A9D9-0DB0693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E057B-230F-4945-B73B-C0E334C8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Marie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701A0-D661-4DB4-BE97-A6935EDB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Capture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3E4CD-36CA-4B92-8E7A-D0F410BE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E4986-FCA6-4AA4-B2FE-D73F5950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33245-C876-4A23-9E7B-2FCCD9B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C3171-6F4F-4ED8-9C7E-C9ABBD5B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API KYC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60678-7159-4A0B-AFE9-19B45216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Preuves + statuts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8F841-0019-406B-BC87-E7B9EF55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B9F17-FD5A-4B74-A350-8627CF74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BE62D-1209-4A8D-945A-15D764E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83BA7-6658-4CEF-9D70-EB3A9B0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OCR / Liveness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652D5-3860-4208-BF99-69F7DEC2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Extraction + risque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5CA12-D6B1-4B98-89CC-9DE87039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67D10-C641-4253-BC9E-1F10E1F8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341BE-D15F-4E3F-9AFB-223097FE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F57883-2A27-4FC0-AE76-622C1D1E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Jean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2806A-E2BE-43B2-9CF8-4ABA9F3D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dossier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D55E4-637D-4D79-87CD-C93027FE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77A29-DFF7-4270-8E9E-7B8D38DF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8D848-B4A8-44B9-89E0-65667EB3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6198A-138B-420D-AF2C-0461292B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Thomas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D3752-3F45-4288-85AF-CDAA8B92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AML bloque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103E9D-1D8F-41C9-B9E2-6B75B34F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630AC1-16C3-4B98-AF7F-E82C718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86D96E-E1E4-4393-A87F-3A749D42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445156-9F9E-42B2-89F9-8B818CA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Sylvie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F47441-D803-40CD-AE69-0EA8F74C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08665C-CC07-4C25-973B-77C307FF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22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C282BE-2D92-4450-9BF2-3DCD1374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53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n'est pas un tunnel d'ecrans. C'est une chaine de preuve que chaque acteur peut defendre.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81B45-FDD5-4403-A489-A91620E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6420EA-9E21-465F-9994-F17091C4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2B07F3-8189-4398-8AA7-4BB2B97B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69484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806EC-5875-46D1-A741-D941D4E3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23A109-8EB4-4A25-A4B2-23530EF2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63E53-7B6C-461A-B56C-E56512F0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PARCOURS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81CDC-853C-4922-BE8C-ABAB503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 client avance vite. BICEC garde la preuve.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99FAE-A92D-4D31-AF79-14E8862E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Objectif pilote: que le client soumette un dossier propre avant le face-a-face, sans elargir le scope au-dela de la CNI Cameroun.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CC8AA-FD84-427D-8CA0-FA8794F2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286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cd1abeac94c45"/>
          <a:srcRect xmlns:a="http://schemas.openxmlformats.org/drawingml/2006/main" l="0" t="12193" r="0" b="12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686050"/>
            <a:ext cx="20955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B7C0C-0960-434E-B164-8C64E077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3238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06d01fff142a6"/>
          <a:srcRect xmlns:a="http://schemas.openxmlformats.org/drawingml/2006/main" l="0" t="35993" r="0" b="35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3028950"/>
            <a:ext cx="3048000" cy="1847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01FE2-05E2-43D4-BED9-8F3A59EF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3D609-6953-40FA-80D6-C400DC78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E0CE9-FE73-4DCD-9E65-ED321BFE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289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OTP + PIN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0D02A-16FA-4DF7-9645-036121C2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289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entree securisee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7E7E6-7BFD-4E87-B467-7D60A453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9AD90-2E53-4252-83F5-D15CDD6E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1AEB2-D5F8-4419-AC4F-9D8C624F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813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CNI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CBA66-02C1-4FAB-805B-ED74532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813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recto/verso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0CB032-006B-4999-96F1-A56AEE92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5E7E8-835A-4ACE-BCD7-D481EDD0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3D6E7-D510-4BA3-86A5-5C487198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338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OCR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C9AEF9-BE74-403A-AD19-90C31B16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338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correction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879D9E-27AB-42C2-B0C2-DFE62D26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190EA1-327E-4E46-889C-E2725641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8732F-2D1F-440E-9567-0380900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862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87A068-CEC0-430D-9C54-7D4697E0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anti-usurpation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3DD7CE-4671-4382-9A85-2FA4303E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E038F-0051-4413-BD02-E48FED90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3BC84-80C3-4CC7-8506-3246C503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387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Consentement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D65214-549D-48C8-85C6-595E11EA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387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signature + preuve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578285-2F2F-4810-8130-7392ABED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20B6EF-B0E8-4089-BB58-DA15C31F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CDBA2-3180-4DC1-A0B6-68DF57CB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98125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3CBC3-36DD-4325-8167-7B7E42CD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AEFB0-DFC0-450B-84BC-BC2CFB0F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4F418-B02C-4682-94A8-685079C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9F027-AFAB-41FD-8810-F4CD7D2F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Jean valide des preuves. Il ne ressaisit plus une pile.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55CA3-227D-4A3C-BDC9-96BCA8B7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gain n'est pas de supprimer le jugement humain. Le gain est de lui donner un dossier clair, priorise et auditable.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BBA5A-DE84-4BAE-A68C-90ACDD74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095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bc176b8ed41ab"/>
          <a:srcRect xmlns:a="http://schemas.openxmlformats.org/drawingml/2006/main" l="1549" t="0" r="15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781300"/>
            <a:ext cx="3905250" cy="2266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58A24-99F0-4351-80B5-F0C2576B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5524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e5e208f8648c7"/>
          <a:srcRect xmlns:a="http://schemas.openxmlformats.org/drawingml/2006/main" l="0" t="34378" r="0" b="34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2495550"/>
            <a:ext cx="5334000" cy="2895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295B4-FD35-4EDA-87E1-495B98E0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57850"/>
            <a:ext cx="979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C2626-0979-47BD-B017-420C6649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72150"/>
            <a:ext cx="923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promesse pour l'agent: moins de ressaisie, plus de discernement, une decision defendable.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002FE-99C1-48E6-87F4-DBA7006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16D0A-6D15-4746-92A7-4223E8F4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C5E15-CA8F-43AF-88B6-2ED745BE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3737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8DBBE-B4E7-48AA-9E0C-544F114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EF91B-B81C-4EDD-B81F-C657A70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DB6F8-7034-4F0E-AF3E-2C7387BA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CHAPITRE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C73A5-E6E8-45E5-B5FF-7C9D5D5A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PREUVE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C03548-B095-49E0-A446-1BC8D4C4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vitesse n'a pas le droit de contourner le risque.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D4F8F-8E83-42C5-9399-B2CD5EC7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VeriPass doit impressionner sur une chose: il sait dire non quand la conformite n'est pas resolue.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E56BE-9F18-440D-938C-24158CFD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190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44B75-1CF9-49C8-A12C-CCE16E3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 de croissance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88520-5A5C-4FCA-9DEC-6F5F4F6B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678CE-0E7B-4C66-855D-46D67F27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sans preuve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9F049-7067-4355-B91D-71DD3FCC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2ACD7-56A8-40F7-8C15-83BDAA57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0A84C-14A2-46D3-BC3B-74A6388F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520366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F0F0C2-18C0-4A8F-8E90-B66D805E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8C170-FD41-4B6F-8D11-A3C8B17A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DA894-27C6-468F-803F-4E66C80E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PREUVE CONFORMITE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745F5-C20C-461E-8188-5205FB6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alerte AML ouverte bloque l'approbation.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CB715-2337-44F2-BA98-CAA9EC53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C'est le slide qui rassure Thomas: VeriPass ne vend pas la vitesse contre la conformite. Il les force a cohabiter.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F8FD-8519-4786-9234-7EF28778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191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863737d0e4583"/>
          <a:srcRect xmlns:a="http://schemas.openxmlformats.org/drawingml/2006/main" l="0" t="33946" r="0" b="33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895600"/>
            <a:ext cx="400050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84A95-0A80-410F-90EF-514699E8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f4aa9cc64dbd"/>
          <a:srcRect xmlns:a="http://schemas.openxmlformats.org/drawingml/2006/main" l="0" t="34460" r="0" b="3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2667000"/>
            <a:ext cx="4762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7AC4E-B764-49D6-822E-8752FE1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57850"/>
            <a:ext cx="9182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76F61-2819-412B-8ABB-9001B43A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a dire: la conformite devient un garde-fou de croissance, pas un frein tardif.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C69B1-73DB-43C3-8E48-B0CF19E6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9D5F2-7852-438F-B17B-9F9CDC3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92070-7F17-40A1-8E2D-102B79E8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583154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73FA0C-3C93-48D2-BA41-7B468F9A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6D335-2E66-4114-9F8F-D48B2F5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B38E7-D23D-46CB-A228-6CAF4AEC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E905F-9BDA-4A76-A5C5-E713EBE6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Chaque action devient une preuve exploitable.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185A2-6155-41ED-B759-3F750D8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benchmark DigitalKYC parle de repository KYC/AML et d'audit trail. Le MVP montre deja cette logique cote BICEC.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6B2E6-3A95-4226-AFA1-3413CE54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60007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3c67c594742ef"/>
          <a:srcRect xmlns:a="http://schemas.openxmlformats.org/drawingml/2006/main" l="0" t="6288" r="0" b="62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590800"/>
            <a:ext cx="5810250" cy="3219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A3C7C-C901-4A69-A658-A896FE11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AEA44-8DF3-45B9-8F48-57789BA7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F1B4C-6A94-4E39-8A44-6B9FC30B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432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Qui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81C61-C4F3-4A37-839B-06107F7D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acteur et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0A09D-9822-4CFC-91B6-8D220144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D8127-A97F-46C0-8C3D-BEED176B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563A5-1CDA-4A10-AAD1-CBCE3BE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290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Quoi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8A20F9-1D35-4251-9A07-A6AD6681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290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decision/action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F15D9-DF31-41CE-90BE-4B047DA5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719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D2057-A9C2-4494-80FD-F9D4EC7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719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61642-0AF5-479D-8153-F21224BF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Quand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9F16EB-86AE-4D17-8999-51FC70AB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horodatage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BE2A4-7A45-4444-9600-A9020A15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57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9951D-37C3-4EC8-A0D6-A0951D93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577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EAC55B-1DA2-4285-85FB-93CB7D3F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006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Pourquoi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7688B5-477A-433A-BCC0-5274F393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006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justification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C0031-71AB-4185-9675-C20BF184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EF866-FC8B-4C82-8C78-7728D106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35476-D2FE-4C03-9BB6-E9E05DB1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67059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9B49E-3CC9-441F-9C35-4A1B7EA1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C0A32-9655-43F1-87BD-BD88C58B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464DB-F384-44D9-A822-8781BBC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PILOTAGE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EB0BD-FCE8-4EB8-90AE-F76C5442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Sylvie ne pilote plus a l'intuition. Elle voit la charge.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A16ED-7AB5-44B1-B2D3-7D4ACC2A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valeur management n'est pas un dashboard joli. C'est la capacite de voir ou le parcours bloque et qui doit agir.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24F87-BC7D-449A-9865-7AF4210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7429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3aa7c99ff4154"/>
          <a:srcRect xmlns:a="http://schemas.openxmlformats.org/drawingml/2006/main" l="0" t="6845" r="0" b="6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590800"/>
            <a:ext cx="7239000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296CB-D736-4CAC-9EA9-92F9DEF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F985E-C4FD-4C10-91D0-57CE581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34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5342B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EAFFA-7DC8-47DD-AF36-925D4157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718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dossiers a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B96B6-3D34-48F2-A6CB-FBFE83D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C792C-00D8-4D77-AFA9-B949B7BD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9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9A2B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9B3CE-6A64-4964-8B72-7A1E7C09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290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points a surveiller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EA1EA-CFB7-4AA9-944C-2AA85361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958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7AE87-6775-4B27-A886-4C740DB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7A45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8D938-4768-4D94-9373-AD6E773A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8630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flux sous controle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8BF3F-5197-4DB6-9791-4E61EDD9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976EA-CBFE-49D5-A6D6-4337BCE4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B1071-D87D-47C7-880E-84B396BA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015682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D77E5-94C4-44D2-BE42-5DD3479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AC37F-A68A-4D0B-B76A-DB86CBAB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4637C-026C-49E2-8192-E813165F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CHAPITRE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47850-5AE9-4EE9-96BA-A8EEB06D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OPPORTUNITE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41498-E86D-4D68-80D4-4B719B1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pilote controle peut transformer ce MVP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 decision d'investissement.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1FBAB-DB20-4086-A7B9-16EBEB69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Le but n'est pas de promettre un ROI dans le vide. Le but est de produire les donnees BICEC qui rendront le ROI incontestable.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63AA7-6982-4E56-9505-F25D830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19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8E324-F689-4B30-88AD-4231AA7C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20-50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2AD9F3-C32E-4E6E-95F7-DD1BC885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dossiers controles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66E60-ADEE-4976-B1DD-3E2292A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E59F7-86A0-4B7D-B789-517FD7F0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2-4 semaines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6E730-7165-4DBC-8326-30A67D66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919A8-A0DF-4357-83EE-BB35EBF1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4AB8F-C3D8-4048-8F17-4E1031A4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1692623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BFE78F-27DD-49E7-A82F-CED51C56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55F33-87C1-480B-9E6F-4FC33EB8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DF7FA-9E71-4E7B-8F24-BD7D0715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A846C-1993-4025-A996-0DED327E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Mesurer pour decider, pas deployer pour risquer.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315A6-AFC5-4190-894F-0FEE829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bon buy-in: trois sponsors, un perimetre court, et des KPI qui remplacent les opinions par des faits.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62B4A-04FA-444C-AFCF-A90002AE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2AA2E-F03A-4E35-A487-6DB7D91D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4D0B9-EF50-49BA-B5CA-8C1045C9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Metier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B73AF-532D-4B9D-A1DF-4E35AB84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parcours et 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93EA1-821E-4A32-893B-9C18D705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314C4-95CD-484E-B46C-0C6D8EA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CEAAD-F181-4D52-A1EE-D6DFA76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DC5BB-4183-421F-8925-E86D1A41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risques et blocages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533D5-DFF5-4982-8204-C41AD4F3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A0284-06F6-40B9-B47A-F288C5D5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2F62F-8A41-437B-B965-3C39179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78B58-7BD2-4A4A-845F-CE04B06C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securite et hebergement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93C318-C990-45BF-8F30-8C6EEDD5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CDC7A-EA15-4880-8B43-8BDCDFD9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delai prospect -&gt; dossier soumis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E1367-33E9-4BD2-AEFF-7DD894FB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00D7D-539A-46D5-AE87-36AB5978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339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dossier soumis -&gt;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B520EC-7330-4E17-B179-A8C54A8E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014D6-CD08-4824-B0B0-BD2D51EC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530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taux dossier complet 1er passage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EC8DFC-4F7C-47A4-863A-06C30AAC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386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93CA5-67E3-4678-8153-8E6CE9A7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148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temps agent par dossier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D27201-CE7A-4668-A8CD-8AE35D09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B2247D-B39A-4AB0-9653-81A7853A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retours conformite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D3324-3D6E-4099-8C1E-ADE03E47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05254-148F-4378-AF8A-4DE93290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abandon / reprise 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32645-AE18-4E09-9524-04E55177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62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A5C30-BA17-4A4A-B1B9-8BBECD93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48375"/>
            <a:ext cx="876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Sortie: business case fonde sur les donnees BICEC, pas sur un devis venu d'ailleurs.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711D7-050B-4C51-98A3-E091ACBE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470A7C-58E6-48B5-B005-FA2454BD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67A146-C333-451E-B495-B7CE320D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785837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082329-C164-4357-A2DD-9D80A52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657B8-0D24-4EF6-8171-28C1C023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94296383b49a5"/>
          <a:stretch xmlns:a="http://schemas.openxmlformats.org/drawingml/2006/main"/>
        </p:blipFill>
        <p:spPr>
          <a:xfrm xmlns:a="http://schemas.openxmlformats.org/drawingml/2006/main">
            <a:off x="7810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31707-85BC-4D38-AC6A-F1A21F26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ED8E1-DE19-4361-9F80-4DD91A4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819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N'achetez pas un logiciel. Achetez l'avance.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8D2F0-4221-44B4-9924-16B7115B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Les autres vendent deja l'entree digitale. Les plateformes vendent deja le cycle KYC. BICEC peut encore posseder son 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20A3E-9B06-4487-AA55-2C33098E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8B0EA-981D-4A87-AA3E-89B408E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Phrase de fermeture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5572E-B319-444E-B70A-D6F1A92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"Je ne vous demande pas d'acheter une promesse. Je vous demande de donner a BICEC le droit de mesurer son avance avant que le marche ne la prenne."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4220A-9D7C-49DE-B677-4284EE85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2019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DEB10-C7A4-4627-91BD-ADC72A2A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2019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02A23-3C3F-48A3-BCD2-D35B4BA5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9FA8F-114C-4C7A-81D0-F79243AC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Pilote court, sponsorise, mesure.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E0BEB-8E04-46DD-A070-18972C69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29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262F4-F7A3-4B8E-A4DA-FA4C085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Metier + Conformite + 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D2F7B-2792-4024-897A-54B74B53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E892A-8DC0-47C9-A63D-2C12B8B9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-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1BAB9-AB86-4CC7-A098-5FD81F04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31548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2026-05-31T17:42:11.4490000Z</dcterms:created>
  <dcterms:modified xsi:type="dcterms:W3CDTF">2026-05-31T17:42:11.4490000Z</dcterms:modified>
</coreProperties>
</file>