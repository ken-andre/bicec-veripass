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d'avancement - Mars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bicec-veripass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KYC biométrique digitale (on-premise)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754880" cy="0"/>
          </a:xfrm>
          <a:prstGeom prst="line">
            <a:avLst/>
          </a:prstGeom>
          <a:noFill/>
          <a:ln w="381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non technique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besoin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3566160" cy="1005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jours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755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 moyen (processus manuel)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566160" cy="1005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61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18-35 ans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09160" y="1755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prioritaire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097280"/>
            <a:ext cx="3566160" cy="1005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261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fiable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549640" y="1755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d'experience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douleur observes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Allers-retours repetes, dossiers incomplets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non-conformite (COBAC, Loi 2024-017)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confiance: 'bureaucratique' vs 'insecurite'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 parcours rapide, trace et souverain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proposee (en bref)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Objectif: ouverture de compte en ~11 minutes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7190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848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Telechargement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334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9152" y="2450592"/>
            <a:ext cx="109728" cy="0"/>
          </a:xfrm>
          <a:prstGeom prst="line">
            <a:avLst/>
          </a:prstGeom>
          <a:noFill/>
          <a:ln w="25400">
            <a:solidFill>
              <a:srgbClr val="D6DC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68880" y="1920240"/>
            <a:ext cx="17190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0848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6334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450592"/>
            <a:ext cx="109728" cy="0"/>
          </a:xfrm>
          <a:prstGeom prst="line">
            <a:avLst/>
          </a:prstGeom>
          <a:noFill/>
          <a:ln w="25400">
            <a:solidFill>
              <a:srgbClr val="D6DC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920240"/>
            <a:ext cx="17190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20848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 + preuve de vie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6334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16752" y="2450592"/>
            <a:ext cx="109728" cy="0"/>
          </a:xfrm>
          <a:prstGeom prst="line">
            <a:avLst/>
          </a:prstGeom>
          <a:noFill/>
          <a:ln w="25400">
            <a:solidFill>
              <a:srgbClr val="D6DC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1920240"/>
            <a:ext cx="17190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848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adresse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6334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07:30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45552" y="2450592"/>
            <a:ext cx="109728" cy="0"/>
          </a:xfrm>
          <a:prstGeom prst="line">
            <a:avLst/>
          </a:prstGeom>
          <a:noFill/>
          <a:ln w="25400">
            <a:solidFill>
              <a:srgbClr val="D6DC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55280" y="1920240"/>
            <a:ext cx="17190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20848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26334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74352" y="2450592"/>
            <a:ext cx="109728" cy="0"/>
          </a:xfrm>
          <a:prstGeom prst="line">
            <a:avLst/>
          </a:prstGeom>
          <a:noFill/>
          <a:ln w="25400">
            <a:solidFill>
              <a:srgbClr val="D6DC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84080" y="1920240"/>
            <a:ext cx="1719072" cy="1051560"/>
          </a:xfrm>
          <a:prstGeom prst="round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2084832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21240" y="26334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clefs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22960" y="384048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Souverainete des donnees (deploiement interne / on-premise)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Preuves: CNI + biometrie + geolocalisation + signature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mobile simple, verification back-office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(BMAD)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analyse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- Livrables valides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11521440" cy="201168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65960"/>
            <a:ext cx="11521440" cy="146304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&amp; exigences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242316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- PRD / UX prets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07208"/>
            <a:ext cx="11521440" cy="201168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34640"/>
            <a:ext cx="9793224" cy="146304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329184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- En cours de finalisation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11521440" cy="201168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5760720" cy="146304"/>
          </a:xfrm>
          <a:prstGeom prst="round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60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416052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- Demarrage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44568"/>
            <a:ext cx="11521440" cy="201168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572000"/>
            <a:ext cx="1152144" cy="146304"/>
          </a:xfrm>
          <a:prstGeom prst="round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206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des epics / stories (source: sprint-status.yaml)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2834640" cy="1005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7424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68680" y="6236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en cours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03320" y="5577840"/>
            <a:ext cx="2834640" cy="1005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57424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931920" y="6236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au backlog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5577840"/>
            <a:ext cx="2651760" cy="1005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57424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95160" y="6236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terminees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55480" y="5577840"/>
            <a:ext cx="2633472" cy="1005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6DC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574243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784080" y="623620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total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cles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produits (selection)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13385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brief (cadrage, valeur, pilotage)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v2: 41 exigences fonctionnelles + 12 non-fonctionnelles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 specification v2.1 (parcours Marie + roles back-office)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&amp; stories prets a etre crees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securite: en cours de finalisation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440680"/>
            <a:ext cx="11521440" cy="868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9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8338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deck vise un public non technique: le detail tech (stack, IA, infra) reste dans la documentation projet.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succes (cibles)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completion &gt; 75%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d'onboarding &lt; 15 min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donnees &lt; 20 MB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006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141732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CAC x3 (objectif)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administratif -80% (objectif)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Pilote: 20-50 comptes verifies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 &amp; confiance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0" y="14173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COBAC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&amp; audit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souveraines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1521440" cy="288036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6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a reduire le temps et la friction, tout en renforcant la conformite et la preuve (evidence-first).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983480"/>
            <a:ext cx="5486400" cy="0"/>
          </a:xfrm>
          <a:prstGeom prst="line">
            <a:avLst/>
          </a:prstGeom>
          <a:noFill/>
          <a:ln w="50800">
            <a:solidFill>
              <a:srgbClr val="E306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Souverainete des donnees + parcours mobile simple.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etapes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(3-4 mois)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521440" cy="4251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9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Finaliser l'architecture (securite, flux, donnees)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Demarrer l'implementation: app mobile + back-office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Priorite: integrations reelles (DGI / BEAC)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le pilote (20-50 utilisateurs) et les criteres de succes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l'accompagnement change + formation KYC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6035040"/>
            <a:ext cx="11521440" cy="457200"/>
          </a:xfrm>
          <a:prstGeom prst="round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264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attendue: validation architecture + lancement pilote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11521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bien cadre et pret a entrer en execution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13385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(PRD / UX / epics) disponibles et coherents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Benefices attendus: onboarding accelere, conformite renforcee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Positionnement: solution souveraine (on-premise) adaptee au contexte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11521440" cy="109728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394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7332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Finaliser l'architecture -&gt; creer les epics &amp; stories -&gt; lancer le pilote.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66294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Andre - Stagiaire ingenieur | Mise a jour: 12 mars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BICEC Cameroun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d'avancement - bicec-veripass - Mars 2026</dc:title>
  <dc:subject>Rapport d'avancement</dc:subject>
  <dc:creator>bicec-veripass</dc:creator>
  <cp:lastModifiedBy>bicec-veripass</cp:lastModifiedBy>
  <cp:revision>1</cp:revision>
  <dcterms:created xsi:type="dcterms:W3CDTF">2026-03-16T03:52:19Z</dcterms:created>
  <dcterms:modified xsi:type="dcterms:W3CDTF">2026-03-16T03:52:19Z</dcterms:modified>
</cp:coreProperties>
</file>