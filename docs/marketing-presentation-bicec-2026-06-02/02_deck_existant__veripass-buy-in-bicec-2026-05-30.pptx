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ac39ac33384eb2" /><Relationship Type="http://schemas.openxmlformats.org/officeDocument/2006/relationships/extended-properties" Target="/docProps/app.xml" Id="R54552d4ae15443da" /><Relationship Type="http://schemas.openxmlformats.org/officeDocument/2006/relationships/officeDocument" Target="/ppt/presentation.xml" Id="R65d6b4763dad42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c9b04bc5eb40f5"/>
  </p:sldMasterIdLst>
  <p:notesMasterIdLst>
    <p:notesMasterId xmlns:r="http://schemas.openxmlformats.org/officeDocument/2006/relationships" r:id="Ra6ac2240eae44b04"/>
  </p:notesMasterIdLst>
  <p:sldIdLst>
    <p:sldId xmlns:r="http://schemas.openxmlformats.org/officeDocument/2006/relationships" id="256" r:id="Rb352d67f20bc4ed3"/>
    <p:sldId xmlns:r="http://schemas.openxmlformats.org/officeDocument/2006/relationships" id="257" r:id="R788548fd19d1462f"/>
    <p:sldId xmlns:r="http://schemas.openxmlformats.org/officeDocument/2006/relationships" id="258" r:id="Rae7afdcb787245dd"/>
    <p:sldId xmlns:r="http://schemas.openxmlformats.org/officeDocument/2006/relationships" id="259" r:id="R2bfb294005aa4fc1"/>
    <p:sldId xmlns:r="http://schemas.openxmlformats.org/officeDocument/2006/relationships" id="260" r:id="R53aaf7f7e00f4f9b"/>
    <p:sldId xmlns:r="http://schemas.openxmlformats.org/officeDocument/2006/relationships" id="261" r:id="R4f58d2532d1f4a8c"/>
    <p:sldId xmlns:r="http://schemas.openxmlformats.org/officeDocument/2006/relationships" id="262" r:id="R818cbc753a9b4970"/>
    <p:sldId xmlns:r="http://schemas.openxmlformats.org/officeDocument/2006/relationships" id="263" r:id="R8d9baeabfa4442c2"/>
    <p:sldId xmlns:r="http://schemas.openxmlformats.org/officeDocument/2006/relationships" id="264" r:id="R09829c60178a4af0"/>
    <p:sldId xmlns:r="http://schemas.openxmlformats.org/officeDocument/2006/relationships" id="265" r:id="R69485141b9e147b9"/>
    <p:sldId xmlns:r="http://schemas.openxmlformats.org/officeDocument/2006/relationships" id="266" r:id="R52bbbb75ae014c70"/>
    <p:sldId xmlns:r="http://schemas.openxmlformats.org/officeDocument/2006/relationships" id="267" r:id="R0595ef2ceb9e47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9b04bc5eb40f5" /><Relationship Type="http://schemas.openxmlformats.org/officeDocument/2006/relationships/theme" Target="/ppt/theme/theme1.xml" Id="R8951d6d74c8b4fbd" /><Relationship Type="http://schemas.openxmlformats.org/officeDocument/2006/relationships/notesMaster" Target="/ppt/notesMasters/notesMaster1.xml" Id="Ra6ac2240eae44b04" /><Relationship Type="http://schemas.openxmlformats.org/officeDocument/2006/relationships/presProps" Target="/ppt/presProps.xml" Id="Rd803fd44ad5c4fe5" /><Relationship Type="http://schemas.openxmlformats.org/officeDocument/2006/relationships/viewProps" Target="/ppt/viewProps.xml" Id="R5fdf57706ac44fd7" /><Relationship Type="http://schemas.openxmlformats.org/officeDocument/2006/relationships/tableStyles" Target="/ppt/tableStyles.xml" Id="R1a760a578ad84a3e" /><Relationship Type="http://schemas.openxmlformats.org/officeDocument/2006/relationships/slide" Target="/ppt/slides/slide1.xml" Id="Rb352d67f20bc4ed3" /><Relationship Type="http://schemas.openxmlformats.org/officeDocument/2006/relationships/slide" Target="/ppt/slides/slide2.xml" Id="R788548fd19d1462f" /><Relationship Type="http://schemas.openxmlformats.org/officeDocument/2006/relationships/slide" Target="/ppt/slides/slide3.xml" Id="Rae7afdcb787245dd" /><Relationship Type="http://schemas.openxmlformats.org/officeDocument/2006/relationships/slide" Target="/ppt/slides/slide4.xml" Id="R2bfb294005aa4fc1" /><Relationship Type="http://schemas.openxmlformats.org/officeDocument/2006/relationships/slide" Target="/ppt/slides/slide5.xml" Id="R53aaf7f7e00f4f9b" /><Relationship Type="http://schemas.openxmlformats.org/officeDocument/2006/relationships/slide" Target="/ppt/slides/slide6.xml" Id="R4f58d2532d1f4a8c" /><Relationship Type="http://schemas.openxmlformats.org/officeDocument/2006/relationships/slide" Target="/ppt/slides/slide7.xml" Id="R818cbc753a9b4970" /><Relationship Type="http://schemas.openxmlformats.org/officeDocument/2006/relationships/slide" Target="/ppt/slides/slide8.xml" Id="R8d9baeabfa4442c2" /><Relationship Type="http://schemas.openxmlformats.org/officeDocument/2006/relationships/slide" Target="/ppt/slides/slide9.xml" Id="R09829c60178a4af0" /><Relationship Type="http://schemas.openxmlformats.org/officeDocument/2006/relationships/slide" Target="/ppt/slides/slide10.xml" Id="R69485141b9e147b9" /><Relationship Type="http://schemas.openxmlformats.org/officeDocument/2006/relationships/slide" Target="/ppt/slides/slide11.xml" Id="R52bbbb75ae014c70" /><Relationship Type="http://schemas.openxmlformats.org/officeDocument/2006/relationships/slide" Target="/ppt/slides/slide12.xml" Id="R0595ef2ceb9e47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8fb5ab789204a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5b1dd507794b24" /><Relationship Type="http://schemas.openxmlformats.org/officeDocument/2006/relationships/notesMaster" Target="/ppt/notesMasters/notesMaster1.xml" Id="Rc0483b2119fc48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bb9898b39b4966" /><Relationship Type="http://schemas.openxmlformats.org/officeDocument/2006/relationships/notesMaster" Target="/ppt/notesMasters/notesMaster1.xml" Id="R50768a8c85944b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622505dfda4bfb" /><Relationship Type="http://schemas.openxmlformats.org/officeDocument/2006/relationships/notesMaster" Target="/ppt/notesMasters/notesMaster1.xml" Id="Rd66cb940be6c41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9d5ae2c18145c8" /><Relationship Type="http://schemas.openxmlformats.org/officeDocument/2006/relationships/notesMaster" Target="/ppt/notesMasters/notesMaster1.xml" Id="Rea798911384c41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7e38a491b44379" /><Relationship Type="http://schemas.openxmlformats.org/officeDocument/2006/relationships/notesMaster" Target="/ppt/notesMasters/notesMaster1.xml" Id="Rc95025a8ab1148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ca1f4f8a0d4a4b" /><Relationship Type="http://schemas.openxmlformats.org/officeDocument/2006/relationships/notesMaster" Target="/ppt/notesMasters/notesMaster1.xml" Id="Rf87b5c230c6841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2746ceae34409c" /><Relationship Type="http://schemas.openxmlformats.org/officeDocument/2006/relationships/notesMaster" Target="/ppt/notesMasters/notesMaster1.xml" Id="R79c68a548a5a47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621cebe0264c33" /><Relationship Type="http://schemas.openxmlformats.org/officeDocument/2006/relationships/notesMaster" Target="/ppt/notesMasters/notesMaster1.xml" Id="R568afc79eb3747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7555f75ff744a4" /><Relationship Type="http://schemas.openxmlformats.org/officeDocument/2006/relationships/notesMaster" Target="/ppt/notesMasters/notesMaster1.xml" Id="R948df2da470d45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30bc27329148c0" /><Relationship Type="http://schemas.openxmlformats.org/officeDocument/2006/relationships/notesMaster" Target="/ppt/notesMasters/notesMaster1.xml" Id="Rcbfaff0944fe4a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a778e507e943e7" /><Relationship Type="http://schemas.openxmlformats.org/officeDocument/2006/relationships/notesMaster" Target="/ppt/notesMasters/notesMaster1.xml" Id="R971aa645107c42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97bdf10acf4971" /><Relationship Type="http://schemas.openxmlformats.org/officeDocument/2006/relationships/notesMaster" Target="/ppt/notesMasters/notesMaster1.xml" Id="R21cf97aca48649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d79cc786944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9048624e64744bb" /><Relationship Type="http://schemas.openxmlformats.org/officeDocument/2006/relationships/slideLayout" Target="/ppt/slideLayouts/slideLayout2.xml" Id="Ra48da4f4377b40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8da4f4377b40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2a5ba38a444c62" /><Relationship Type="http://schemas.openxmlformats.org/officeDocument/2006/relationships/image" Target="/ppt/media/image.jpeg" Id="R29d68e688bd54c08" /><Relationship Type="http://schemas.openxmlformats.org/officeDocument/2006/relationships/image" Target="/ppt/media/image.png" Id="Rd867f11c22374a74" /><Relationship Type="http://schemas.openxmlformats.org/officeDocument/2006/relationships/image" Target="/ppt/media/image2.png" Id="R7db4bc6649ff4c55" /><Relationship Type="http://schemas.openxmlformats.org/officeDocument/2006/relationships/notesSlide" Target="/ppt/notesSlides/notesSlide1.xml" Id="Rf30fcf701ec349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42c468462d47c3" /><Relationship Type="http://schemas.openxmlformats.org/officeDocument/2006/relationships/notesSlide" Target="/ppt/notesSlides/notesSlide2.xml" Id="Rb8bbf63a103f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68a5eb349b45f5" /><Relationship Type="http://schemas.openxmlformats.org/officeDocument/2006/relationships/notesSlide" Target="/ppt/notesSlides/notesSlide3.xml" Id="R6be0b3d6d71349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67570df3f240e2" /><Relationship Type="http://schemas.openxmlformats.org/officeDocument/2006/relationships/notesSlide" Target="/ppt/notesSlides/notesSlide4.xml" Id="R6beffacfb1834b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e38ef085ae4874" /><Relationship Type="http://schemas.openxmlformats.org/officeDocument/2006/relationships/image" Target="/ppt/media/image3.png" Id="R523fd2a892da4647" /><Relationship Type="http://schemas.openxmlformats.org/officeDocument/2006/relationships/image" Target="/ppt/media/image4.png" Id="R6616583113ad4d7b" /><Relationship Type="http://schemas.openxmlformats.org/officeDocument/2006/relationships/notesSlide" Target="/ppt/notesSlides/notesSlide5.xml" Id="R2cab72fc4d7e43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05099eb0784a00" /><Relationship Type="http://schemas.openxmlformats.org/officeDocument/2006/relationships/image" Target="/ppt/media/image5.png" Id="Rc3ffb9ee0ebd471a" /><Relationship Type="http://schemas.openxmlformats.org/officeDocument/2006/relationships/notesSlide" Target="/ppt/notesSlides/notesSlide6.xml" Id="R0dd2e9ad103c46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c1cf2b886942a6" /><Relationship Type="http://schemas.openxmlformats.org/officeDocument/2006/relationships/image" Target="/ppt/media/image6.png" Id="Rfa2b6c7382cb49a2" /><Relationship Type="http://schemas.openxmlformats.org/officeDocument/2006/relationships/image" Target="/ppt/media/image7.png" Id="R1f2434f5e0d542e3" /><Relationship Type="http://schemas.openxmlformats.org/officeDocument/2006/relationships/notesSlide" Target="/ppt/notesSlides/notesSlide7.xml" Id="R1d12c6c3eb754c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adfd19d0f84685" /><Relationship Type="http://schemas.openxmlformats.org/officeDocument/2006/relationships/image" Target="/ppt/media/image8.png" Id="R377c325203744932" /><Relationship Type="http://schemas.openxmlformats.org/officeDocument/2006/relationships/image" Target="/ppt/media/image9.png" Id="R2bfcf58cb7734f59" /><Relationship Type="http://schemas.openxmlformats.org/officeDocument/2006/relationships/notesSlide" Target="/ppt/notesSlides/notesSlide8.xml" Id="R5b1200e8f49d4a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2b87c9e71444d9" /><Relationship Type="http://schemas.openxmlformats.org/officeDocument/2006/relationships/notesSlide" Target="/ppt/notesSlides/notesSlide9.xml" Id="Rbfa23821bafa4a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5c8daac5834163" /><Relationship Type="http://schemas.openxmlformats.org/officeDocument/2006/relationships/notesSlide" Target="/ppt/notesSlides/notesSlide10.xml" Id="R43110a711a414d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2114c5f1b74e4c" /><Relationship Type="http://schemas.openxmlformats.org/officeDocument/2006/relationships/notesSlide" Target="/ppt/notesSlides/notesSlide11.xml" Id="R66fa2a75fe9348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795a94924240f8" /><Relationship Type="http://schemas.openxmlformats.org/officeDocument/2006/relationships/image" Target="/ppt/media/image2.jpeg" Id="R82c64880b9f44e4c" /><Relationship Type="http://schemas.openxmlformats.org/officeDocument/2006/relationships/notesSlide" Target="/ppt/notesSlides/notesSlide12.xml" Id="Rf54bec0c231a49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F5DD25-FA29-4D4F-965B-30ECA37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C2DF5-8456-4C99-B7B1-0271AA3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E01E3-DD12-4B88-8730-A2757806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68e688bd54c08"/>
          <a:stretch xmlns:a="http://schemas.openxmlformats.org/drawingml/2006/main"/>
        </p:blipFill>
        <p:spPr>
          <a:xfrm xmlns:a="http://schemas.openxmlformats.org/drawingml/2006/main">
            <a:off x="609600" y="4191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956D3-DA86-41FE-AEDD-735BE171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BC706-1798-4E28-BE33-A36D66EE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PITCH DE BUY-IN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8D873-3672-4D7F-8D0B-7252210C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 compte qui commence avant l'agence.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EF0D9-5FD2-432A-84D8-720BEF91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3000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VeriPass vend une promesse simple: le client avance vite, la banque garde la main, chaque décision laisse une preuve.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A2FD9-38CA-49BF-A019-DB60749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7D833-17EE-41C5-8769-6FDE39E4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B8B13-5D24-4826-961D-6EFF5130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moins d'effort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59F17-338C-4F7A-AD8C-39BAD83D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côté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2C166-FDF2-407B-ACAF-C75B60BC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054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D63BA-2BC1-4F5D-9F03-C51D67EA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054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plus de preuve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EACAA-C67B-43C6-9143-71AEF094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81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côté banque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D30EC-39C1-4A7F-AAE8-F563F76C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09600"/>
            <a:ext cx="2581275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7f11c22374a74"/>
          <a:srcRect xmlns:a="http://schemas.openxmlformats.org/drawingml/2006/main" l="0" t="4698" r="0" b="46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685800"/>
            <a:ext cx="2428875" cy="476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40A30-EA93-4EB9-8DCA-C67DF466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57300"/>
            <a:ext cx="24193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4bc6649ff4c55"/>
          <a:srcRect xmlns:a="http://schemas.openxmlformats.org/drawingml/2006/main" l="0" t="5693" r="0" b="5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1333500"/>
            <a:ext cx="2266950" cy="3714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9D90C-B0D8-4BF7-A7A8-2F17CB8A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876300"/>
            <a:ext cx="2857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42F6F4-4DBB-45E0-8D09-A82B0868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340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 une app de plus. Un parcours qui fait acheter la confiance.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59AD0-819A-49E7-BE4D-A71FDB0A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E603B-BDBB-4872-990F-9A69E19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Deck commercial - MVP VeriPass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92C74-6B30-46FB-8290-51E6FC51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29670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6F644-9D94-4732-A8BD-FA7B6F35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-L'angle vendeur">
            <a:extLst xmlns:a="http://schemas.openxmlformats.org/drawingml/2006/main">
              <a:ext uri="{FF2B5EF4-FFF2-40B4-BE49-F238E27FC236}">
                <a16:creationId xmlns:a16="http://schemas.microsoft.com/office/drawing/2014/main" id="{93ECA44B-59C1-4DD0-B981-6280187D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L'angle vendeur">
            <a:extLst xmlns:a="http://schemas.openxmlformats.org/drawingml/2006/main">
              <a:ext uri="{FF2B5EF4-FFF2-40B4-BE49-F238E27FC236}">
                <a16:creationId xmlns:a16="http://schemas.microsoft.com/office/drawing/2014/main" id="{B1850E33-2A75-4093-AA2F-1580841E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L'ANGLE VENDEUR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81520-DA72-4AD3-A2BF-0BC8612F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 moment à gagner: quand le client est encore motivé.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DA88D-C6EA-4FCC-9E9D-6381AE98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Ils connaissent déjà la banque. Ce qu'il faut leur faire sentir, c'est la valeur du moment capturé: l'intention du client ne doit pas se perdre entre les pièces, les relances et l'attente.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B80B6-7C6A-4157-8AFB-E1AAE41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BA939-AE6D-47B1-B90D-F23A44B4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830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8300"/>
                </a:solidFill>
                <a:latin typeface="Aptos"/>
                <a:ea typeface="Aptos"/>
                <a:cs typeface="Aptos"/>
              </a:rPr>
              <a:t>ENVIE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40CFA-0EE1-454C-A25A-8B95512A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je veux ouvrir / activer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23078-AA1B-42F1-A048-F32763E4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76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2BA94-E0A1-4736-8D7D-6819D9A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9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E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6990B-B8AC-4B30-A78A-E3E898DC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79891-8083-4001-8636-034AEBF5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352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23C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23C69"/>
                </a:solidFill>
                <a:latin typeface="Aptos"/>
                <a:ea typeface="Aptos"/>
                <a:cs typeface="Aptos"/>
              </a:rPr>
              <a:t>PREUVE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9A397-C0AF-47CA-B095-4D55265D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657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je capture mes pièces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3AEB5-301D-4888-A588-0A95310F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676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7DCEB-1AA4-4B1D-B905-1DD90378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09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E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10E39-6F85-4B6F-BEDA-A746B39B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588A4-DC03-45C2-9198-012C336F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52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CONFIANCE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04885-76EC-4E54-BEEA-B770AE0D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57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banque vérifie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1CDFE-56D2-4AA1-A951-B46199E7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83B96-8F49-478C-A66D-99F65588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9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E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C4D3F-7769-44E8-868F-417CD803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43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AE4C1-BF2D-4394-9319-859268AD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52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RELATION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F5D75-C276-463D-9C65-D013C5C9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57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 compte devient vendable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C1400-147A-40F1-B5BC-745B03AC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0363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4B50AE-9685-4945-BAC6-1A052EC0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48275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promesse à vendre n'est pas "dématérialiser un formulaire". C'est convertir une intention client en dossier exploitable avant que l'énergie commerciale ne retombe.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F33AB-FA3C-4384-BD34-E929D17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40C619-C9A1-4C60-BE21-41BCC0D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VeriPass buy-in pitch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6E191-CA51-4F76-9665-CB59C6FB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89521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571557-6D08-4466-9EB3-F7EE4208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-Buy-in par profil">
            <a:extLst xmlns:a="http://schemas.openxmlformats.org/drawingml/2006/main">
              <a:ext uri="{FF2B5EF4-FFF2-40B4-BE49-F238E27FC236}">
                <a16:creationId xmlns:a16="http://schemas.microsoft.com/office/drawing/2014/main" id="{2E9D1C67-AE27-4487-AE8F-539345F6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Buy-in par profil">
            <a:extLst xmlns:a="http://schemas.openxmlformats.org/drawingml/2006/main">
              <a:ext uri="{FF2B5EF4-FFF2-40B4-BE49-F238E27FC236}">
                <a16:creationId xmlns:a16="http://schemas.microsoft.com/office/drawing/2014/main" id="{E039BAE9-4CB7-47CB-8BF6-E7F86089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BUY-IN PAR PROFIL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9F6FB-A235-4BA8-A7EF-F3496720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09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Chaque personne doit acheter son propre bénéfice.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AFAE4-4E33-4E0F-B6B2-277A40CD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33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Le pitch ne doit pas expliquer la BICEC à la BICEC. Il doit donner à chaque profil une raison personnelle de dire: oui, ce pilote m'aide.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B28F5-4520-4BB6-A54A-3178ACEB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D8329-E8CE-4AFA-A7ED-899E09EE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Profil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8C47D-8352-4A2F-90CB-095CE9B4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Ce qu'il achète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3ADD0-E72E-48FC-8930-F8D0BD7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La phrase qui le touche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884CF-B4DF-4DBA-BE66-09A714C7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FF521-8741-454A-A117-1DB94AE8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EF843-07D0-4197-BFEB-1EA54E2D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197C0-02B2-4F77-AF46-D68EDF13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une décision de sponsoring défendable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B3167-CD10-4EB8-948C-2E9B7BAE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051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croissance visible, risque contenu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4722F-790D-4F16-96CD-35EA811E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2D390-621C-44EE-8492-C5009B2C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4F6A3-3834-435E-B87A-2C10F9AF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Réseau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B0600-990A-4C59-A94B-916E1670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 client mieux préparé avant l'agence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B3F31-83D5-41FC-8669-801D37B3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385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moins de friction, plus de conversation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622E6-9CEA-4371-97EA-40EDB92C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AA658-AFE6-420E-A557-2C8ED06C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29261-9897-438E-8178-AB86E081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Conformité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AF9A7-9823-4A45-BC07-3AF097EF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6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une vitesse qui sait s'arrêter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8ED2C-2341-483A-9A24-71AC3EE4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719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alerte, blocage,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4335F-84FF-4894-AD72-47D8F898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7895E9-C33E-4078-944E-106DBBE0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133A1-1379-4BEA-9336-934C07F0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DSI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5709D-39CB-415E-A52F-44DD72E0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95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 périmètre pilote maîtrisé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C77F22-48E1-4DF2-9409-B820DAD4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053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architecture lisible, intégration par paliers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9C6437-BC10-4870-9924-20189E33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D8257C-0534-4DC1-AADC-2C3633A8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FCC1D9-CCCD-48A5-9CEF-96013F34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 / Risques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E7A660-198B-4F00-94C3-A0F7E4F1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29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une décision reconstituable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3AC6D2-8CE3-43DF-9C0E-656C6A3C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qui a fait quoi, quand, pourquoi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1048D8-5AD2-41A4-9E31-D6F9B836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A52A1B-FD4E-4C6B-AE17-2545DF14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585BA2-4B9F-4B1F-8091-38AC5132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Marketing / Digital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EF9F02-3DFD-4D22-A644-F711FCFE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626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une rampe vers les services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4B95A2-E18C-450F-B878-865FC962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721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compte, BI PAY, carte, épargne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071981-DD56-4A2F-B5D5-09415329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76300"/>
            <a:ext cx="3333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BB1F2E-7728-4787-8660-44FFB25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0668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CEC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CEC1"/>
                </a:solidFill>
                <a:latin typeface="Aptos"/>
                <a:ea typeface="Aptos"/>
                <a:cs typeface="Aptos"/>
              </a:rPr>
              <a:t>Règle de vente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5DDE24-064E-4538-9B45-B2557AF9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525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 pas chercher l'accord global d'abord. Créer six petits oui.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851E6F-1129-4391-95A6-4D80BCC5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C61B91-944C-4B28-84BD-9549597D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VeriPass buy-in pitch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185743-B0F7-43B1-90A5-C60B6283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79846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38CAF6-F227-454E-915F-2A1A8DCF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-Produit vendu comme système">
            <a:extLst xmlns:a="http://schemas.openxmlformats.org/drawingml/2006/main">
              <a:ext uri="{FF2B5EF4-FFF2-40B4-BE49-F238E27FC236}">
                <a16:creationId xmlns:a16="http://schemas.microsoft.com/office/drawing/2014/main" id="{F801C1E3-529C-483C-B6BD-D57B6E4E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Produit vendu comme système">
            <a:extLst xmlns:a="http://schemas.openxmlformats.org/drawingml/2006/main">
              <a:ext uri="{FF2B5EF4-FFF2-40B4-BE49-F238E27FC236}">
                <a16:creationId xmlns:a16="http://schemas.microsoft.com/office/drawing/2014/main" id="{EF3AAA95-3BE1-46F0-8084-337A20AB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PRODUIT VENDU COMME SYSTÈME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2A1A1-33FA-484B-B6D1-F6662206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 dossier, quatre lectures utiles.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DD8AE-1C6E-46C9-8EAA-F4542FF0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VeriPass transforme des captures client en langage métier: simple pour le client, exploitable pour l'agent, bloquant pour la conformité, pilotable pour le management.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18C56-B1DD-46D7-83CB-D7D57F6B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304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38DF7-4AE0-4AFF-8AB6-66A411D4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Dossier KYC vivant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C161C-6680-4157-9C90-9CEC6271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00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preuves + statuts + historique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92096-E947-46A8-A3B2-A63D9200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952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83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36138-BAB0-4BB2-B992-4143EBF3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40C21-9459-451F-AE37-0E0FE154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319D5-F321-4730-965C-65404DCB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242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capture guidée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D9CC6-27D6-43F1-ACB7-B8C4ABB9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29025"/>
            <a:ext cx="434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80B9B-723A-4AFD-963C-522A5A6D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29025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5EA42-68B1-43A8-AECC-30F62EDD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952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3C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7C39E-E029-4EDA-B88A-05802E53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D5709-7A24-406F-9620-C27A9494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A65A1-C2A2-4CE3-93AE-62CCB96D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527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preuve prête à juger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79DD2-3484-4930-93DE-0FAEDAA2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167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CCB21-39C5-4DD2-A8B7-153A145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57525"/>
            <a:ext cx="19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59370-1EFB-41E9-BC03-455D8D3A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952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41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EC69D-C442-4454-B0A8-9C6A168E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F82F7-F4DA-4D3B-90DF-831A43FB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Conformité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B5643E-BE74-4A3F-97C3-EA436D36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risque qui bloque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BE3BF-AF03-4CDC-86EF-C369D80E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29025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83594-6B61-473B-9124-D08B222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29025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0422A3-04D3-468C-B113-9F99C224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952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83E16-58E3-4FB7-A6A0-2E82FEA4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6B77E6-C2C5-4527-8F1C-D695D617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Pilotage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101358-1136-4772-B207-B8FDF995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527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décision visible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BA7504-8795-4C2B-9D8A-1C23BC2F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384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21274-FCFA-4076-BCEE-DC0C80F5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57525"/>
            <a:ext cx="19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864FAC-F7EA-4538-A69F-C37B7BAA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62600"/>
            <a:ext cx="899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Ce n'est pas une collection de fonctionnalités. C'est une chaîne de conviction: chaque écran doit convaincre le prochain acteur.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71B127-3E1C-4118-9D96-BC68263F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59084B-F73C-44AB-951F-C2D1CBC6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VeriPass buy-in pitch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BF352D-A8A4-41B8-9E9D-3E990891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5682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EAE143-259C-4F8A-94B1-0F636E30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A07A1-870E-43B8-BEBC-CB8F5B5B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4A580-5B38-41D7-BC8A-E95D1A5E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PREUVE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08A3C-DC90-49B4-8080-F37BEB53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client ne remplit pas un dossier. Il avance.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B5A30-A399-4410-9502-77037F4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Le parcours doit donner une sensation de progression: identité, pièces, statut, reprise. C'est commercial avant d'être technique.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DB40E-18FD-4A63-95F1-F3E033D1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"/>
            <a:ext cx="247650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fd2a892da4647"/>
          <a:srcRect xmlns:a="http://schemas.openxmlformats.org/drawingml/2006/main" l="7272" t="0" r="7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48450" y="590550"/>
            <a:ext cx="2324100" cy="5029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8C0E4-2EF3-4073-AB02-249DFA23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952500"/>
            <a:ext cx="24193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6583113ad4d7b"/>
          <a:srcRect xmlns:a="http://schemas.openxmlformats.org/drawingml/2006/main" l="0" t="7480" r="0" b="74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0650" y="1028700"/>
            <a:ext cx="2266950" cy="4171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BC7E9-D455-49C4-9F7C-C71533DE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7117E-689D-4767-8E7F-EE76A4E7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Réassurer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09B12-54B5-4DC1-BB6D-A7218338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99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voir où il en 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89600-1806-467E-8078-42821830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71B10-7716-4EAF-A2C3-DDFF5250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4D54F-32FE-4323-B11D-5667934D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62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montrer la prochaine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A177F-3CF3-423F-ABF4-34245C2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4F5EC-7568-44C7-A193-D534C491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Limiter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420C5-6BEA-4BC3-A61C-9CD523CA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148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CNI Cameroun d'abord, le reste plus tard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A218B-9C9D-4BB3-BC47-1D57EC0D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1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1D083-6808-465C-8CA3-4790D71B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À dire en salle: "L'expérience client n'est pas là pour faire joli; elle protège la conversion."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D1D70-C826-4CEA-94E1-292B6115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73CAE-27C3-4ACE-9CB0-3A98B3C4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MVP screenshots - mobile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222CA-543C-4714-897B-9F146501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5809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BD3D87-137B-47B1-91F7-3B0AE74D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-Preuve agent">
            <a:extLst xmlns:a="http://schemas.openxmlformats.org/drawingml/2006/main">
              <a:ext uri="{FF2B5EF4-FFF2-40B4-BE49-F238E27FC236}">
                <a16:creationId xmlns:a16="http://schemas.microsoft.com/office/drawing/2014/main" id="{AF76224E-B7C8-4F10-906E-8997BFF3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Preuve agent">
            <a:extLst xmlns:a="http://schemas.openxmlformats.org/drawingml/2006/main">
              <a:ext uri="{FF2B5EF4-FFF2-40B4-BE49-F238E27FC236}">
                <a16:creationId xmlns:a16="http://schemas.microsoft.com/office/drawing/2014/main" id="{547A23C7-26B7-4BA6-AA40-B8E5C1A4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PREUVE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37DAC-66CD-494A-ADCB-A73949B4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L'agent reçoit une décision à préparer, pas un paquet de fichiers.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47A24-0DCA-42BE-A607-07B82B71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C'est le bon message pour le réseau et les opérations: VeriPass ne prend pas la place de l'agent, il lui évite de commencer à zéro.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2C8A9-9D1C-4D8A-B124-A247606E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800100"/>
            <a:ext cx="5724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fb9ee0ebd471a"/>
          <a:stretch xmlns:a="http://schemas.openxmlformats.org/drawingml/2006/main"/>
        </p:blipFill>
        <p:spPr>
          <a:xfrm xmlns:a="http://schemas.openxmlformats.org/drawingml/2006/main">
            <a:off x="5810779" y="876300"/>
            <a:ext cx="5571067" cy="31337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213E3-7C9A-4D2E-968B-2C61B089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28930-19B5-4043-BC7A-DFAD08B9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4674B-8E30-4E5A-ACFE-D93D8763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480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8F9B3-9571-4FD4-8EFF-F8E158B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575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chercher, relancer, comprendre le dossier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71E84-214A-4FCB-968E-D2EB4DBF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56CF1-A5E2-4EF5-9C60-39082013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AB72E-2586-484A-9311-77C857C2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Avec VeriPass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F22DB-585E-4AD5-AF35-4E74EA84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433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ouvrir, juger, demander, décider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8252D-2D93-4DB1-81B6-27B0EDF0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54DAE-6C7E-48C3-BAD0-4AA67BC7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667AD-CEC4-4FB7-9C23-3B88A3E2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96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Ce qu'il vend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6DDFF-5D95-4700-A461-ADC051D5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2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un service plus net au client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1E4FC-05F6-4620-A9D0-E218B42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EB875-18F2-4ADF-8E99-1C4A2F4F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Phrase à faire passer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6EE25-7470-4FEA-928C-FE27D649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L'agent garde le dernier mot; VeriPass lui donne un dossier plus clair.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F6065-0570-4756-8461-ED6743D7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4223D-07C4-4F26-93DA-0DFDB1FB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VeriPass buy-in pitch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2EAC7-C7B4-414B-9BEC-8B6E2C76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45244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EC1524-4DC4-4CB0-B672-48C9B677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-Preuve conformité">
            <a:extLst xmlns:a="http://schemas.openxmlformats.org/drawingml/2006/main">
              <a:ext uri="{FF2B5EF4-FFF2-40B4-BE49-F238E27FC236}">
                <a16:creationId xmlns:a16="http://schemas.microsoft.com/office/drawing/2014/main" id="{E262507B-FD49-417B-8D43-ED83B57E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Preuve conformité">
            <a:extLst xmlns:a="http://schemas.openxmlformats.org/drawingml/2006/main">
              <a:ext uri="{FF2B5EF4-FFF2-40B4-BE49-F238E27FC236}">
                <a16:creationId xmlns:a16="http://schemas.microsoft.com/office/drawing/2014/main" id="{584317A9-C436-4428-86BC-B07A202C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PREUVE CONFORMITÉ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8BA4B-6F26-49D0-86A8-4698287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04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vitesse s'arrête quand le risque parle.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45B08-44B3-42A2-8867-359CEBB5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C'est la slide qui doit rassurer les profils conformité, risques, audit et direction: l'accélération ne contourne pas le contrôle.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E22DB-028F-49B5-A5A7-C7FC1C17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"/>
            <a:ext cx="5105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b6c7382cb49a2"/>
          <a:srcRect xmlns:a="http://schemas.openxmlformats.org/drawingml/2006/main" l="0" t="35722" r="0" b="357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609600"/>
            <a:ext cx="4953000" cy="2457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3E608-4D7D-413F-A93A-7B7F7EF3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43434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434f5e0d542e3"/>
          <a:srcRect xmlns:a="http://schemas.openxmlformats.org/drawingml/2006/main" l="0" t="34545" r="0" b="34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3333750"/>
            <a:ext cx="4191000" cy="2266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7FA55-016C-4E51-975C-3B2D3E00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3905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FDC22-0C3C-440A-8ED2-742AD7B8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Le moment vendeur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6475A-BC55-4F22-842C-E228C7B6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Même avec un agent volontaire, le système bloque si l'alerte AML est ouverte.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B0DA0-3DC2-4D4B-9229-EC019D63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CEC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7CEC1"/>
                </a:solidFill>
                <a:latin typeface="Aptos"/>
                <a:ea typeface="Aptos"/>
                <a:cs typeface="Aptos"/>
              </a:rPr>
              <a:t>Le message n'est pas "IA magique". Le message est: contrôle visible, décision assumée.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B2D9E-93AE-4D52-B01F-B6F6E51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9D504-03EE-477E-93F7-49240171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MVP screenshots - AML/CFT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F9B5E-0D51-402A-87F7-A150A626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31711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58E577-B740-43BA-B9D2-A2E9BAF8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-Preuve pilotage">
            <a:extLst xmlns:a="http://schemas.openxmlformats.org/drawingml/2006/main">
              <a:ext uri="{FF2B5EF4-FFF2-40B4-BE49-F238E27FC236}">
                <a16:creationId xmlns:a16="http://schemas.microsoft.com/office/drawing/2014/main" id="{079ACB15-8CA4-48F1-ABA2-6FF2C981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Preuve pilotage">
            <a:extLst xmlns:a="http://schemas.openxmlformats.org/drawingml/2006/main">
              <a:ext uri="{FF2B5EF4-FFF2-40B4-BE49-F238E27FC236}">
                <a16:creationId xmlns:a16="http://schemas.microsoft.com/office/drawing/2014/main" id="{CCBFA580-44C5-429F-9CD4-E32CF25D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PREUVE PILOTAGE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29459-5018-4A3E-9A24-32EE3C7F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 manager voit le risque avant qu'il devienne une surprise.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08715-B266-4A74-91C7-1E8D2F16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7524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Le buy-in de la direction ne vient pas d'un écran de plus. Il vient d'une sensation de contrôle: charge, statuts, décisions et piste d'audit dans le même récit.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D884C-8A1A-4CE0-9622-7501D574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510540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c325203744932"/>
          <a:stretch xmlns:a="http://schemas.openxmlformats.org/drawingml/2006/main"/>
        </p:blipFill>
        <p:spPr>
          <a:xfrm xmlns:a="http://schemas.openxmlformats.org/drawingml/2006/main">
            <a:off x="669389" y="2914650"/>
            <a:ext cx="4947723" cy="27908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D0497-50B3-4926-BF67-C8616390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38450"/>
            <a:ext cx="510540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cf58cb7734f59"/>
          <a:stretch xmlns:a="http://schemas.openxmlformats.org/drawingml/2006/main"/>
        </p:blipFill>
        <p:spPr>
          <a:xfrm xmlns:a="http://schemas.openxmlformats.org/drawingml/2006/main">
            <a:off x="6847099" y="2914650"/>
            <a:ext cx="4403302" cy="27908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5EE18-41B2-49C9-80EB-A13CA060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64C30-8185-4A82-9244-CA02F013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9D56C-D569-4C76-9BBC-E903B8C9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C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3C69"/>
                </a:solidFill>
                <a:latin typeface="Aptos"/>
                <a:ea typeface="Aptos"/>
                <a:cs typeface="Aptos"/>
              </a:rPr>
              <a:t>Command center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09204-4CEB-4620-AEA7-3FFAC292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C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3C69"/>
                </a:solidFill>
                <a:latin typeface="Aptos"/>
                <a:ea typeface="Aptos"/>
                <a:cs typeface="Aptos"/>
              </a:rPr>
              <a:t>Audit exploitable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A7F7A-EB7C-47C8-ADBD-6273A6F6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0CEF8-C88D-4D81-98A5-318248B0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VeriPass buy-in pitch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6733E-C4EB-4D6D-A3D8-A9F2BBFB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846604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E45328-3D1F-491F-AEBD-CAAAD332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372F4-ACA6-4C71-849C-FC134351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2D809-E1E7-4F02-8A24-60FC2119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CROISSANCE COMMERCIALE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AFDF1-A153-479F-AA33-D716949F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381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KYC devient la porte d'entrée de la relation.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85C34-579B-4BB8-99B0-C792692E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590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Le vrai produit que BICEC achète n'est pas seulement la vérification. C'est le passage de l'intention vers l'activation commerciale.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57C5E-F7A6-432E-AA87-E3CADA4B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83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1360F-7F0B-4042-9625-AAFA7351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DE849-3AB4-44C4-A74D-43BF32E0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B809A-FB28-4D68-A35A-3632646E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le client commence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E9016-949D-421F-BF4C-3FF6AB6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3C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0400A-EDA3-4979-9ECF-7C9422B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0DAEE-127B-42C0-B619-BA0D95EC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098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Identité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8AE07-5384-49CE-BDD2-C89FD032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preuve capturée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664AC-A342-4836-81BC-1C43760A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E0FF4-0006-4D5A-AC97-AF0195B2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5E1AC-538C-4929-B1F0-E03DEBE1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575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Compte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F23C6-9E25-4D21-AA60-6C87FE7C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242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dossier validé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75D46-E913-4CC0-BFED-8793FBC4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862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7E66A-EE6F-4C4E-BEE5-7ED6349C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8625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931E6-75A0-4460-BD34-BD13D160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E8BED-86B7-4014-B8D3-FF3CD4E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BI PAY, carte, épargne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9A1B60-E4CC-46C0-B0D9-79DD5407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194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6D83C-FD57-4A89-9C4B-8C04893A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67000"/>
            <a:ext cx="19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2773A-49CB-4ED6-87B5-A3E503E2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D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F5A97-FC17-482B-BCA0-02568FCC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D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5D3F32-560D-48F5-B8DA-B95F29C7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E95D9-7B63-48F2-9821-F3B5E16E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CEC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CEC1"/>
                </a:solidFill>
                <a:latin typeface="Aptos"/>
                <a:ea typeface="Aptos"/>
                <a:cs typeface="Aptos"/>
              </a:rPr>
              <a:t>À vendre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8B1C9A-7940-4212-A3D1-227CF4EA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parcours KYC qui ouvre la conversation commerciale, pas seulement le compte.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35DCF-4D3D-44EF-A2AD-6807125C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2706DA-2694-4422-A674-218A215D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VeriPass buy-in pitch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97BFC3-7337-4A56-A1DA-E078DCD2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957155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00D1F7-5022-4691-BA98-CFBE1AA7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-Ce que le pilote vend">
            <a:extLst xmlns:a="http://schemas.openxmlformats.org/drawingml/2006/main">
              <a:ext uri="{FF2B5EF4-FFF2-40B4-BE49-F238E27FC236}">
                <a16:creationId xmlns:a16="http://schemas.microsoft.com/office/drawing/2014/main" id="{8668C645-4B62-4130-95BB-4962C4E7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Ce que le pilote vend">
            <a:extLst xmlns:a="http://schemas.openxmlformats.org/drawingml/2006/main">
              <a:ext uri="{FF2B5EF4-FFF2-40B4-BE49-F238E27FC236}">
                <a16:creationId xmlns:a16="http://schemas.microsoft.com/office/drawing/2014/main" id="{198D8DF5-01AC-48A0-85E3-68C5657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CE QUE LE PILOTE VEND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D7C0D-218F-4A98-B57D-E860A8C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Sponsoriser VeriPass, ce n'est pas acheter un outil. C'est acheter une décision plus sûre.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2B2BD-8C31-4E0C-82DC-B8736BB3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7239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Le bon niveau de demande n'est pas un déploiement national. C'est une expérimentation cadrée qui donne assez de preuve pour décider.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69A90-6FD4-4D4C-A053-619E9880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A41BA-BB43-4FA2-8B3C-8E05F2A3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D928D-0572-40C4-8B8F-5FCC854E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830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830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0F7F9-EA16-4439-BD38-DE29B031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9567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Confiance 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806B5-1564-46BD-B61F-169031BC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un parcours qui donne envie de terminer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E4522-6C1E-4107-ACAC-E7315FC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194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97BC4-A1E8-407F-ADFA-703D2585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194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E8632-8214-472D-BA90-330D3DD5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861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C6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C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E938D-F1A6-455A-B4A0-4C237FE1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9567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Confiance métier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7E6AB-D760-41D4-AED7-63970170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386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un dossier structuré pour agir plus vite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3E4DB-F200-43F2-9EBB-14DF1DCB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89731-6843-4AFF-84A4-60E10B6E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B82E1-048D-4A97-A96A-5F94A2E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241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2412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D4655-328D-4038-B0F3-8F2DA1E2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9567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Confiance contrôle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BFF4E-7ACD-4991-B638-51D2F19F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des arrêts clairs quand le risque est présent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52245-59BA-42AE-8D5F-DEDC55A5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194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CE04A2-F527-4B9F-9945-9DBC2212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194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D49F4-EF28-4760-8416-EA2FA2E6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861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255CA-BBE1-4F13-8ED6-E2DD4617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9567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Confiance décision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91D931-DC16-4326-B1C5-B8040C71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386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un pilote qui dit quoi industrialiser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ABB3F-7B38-4286-B1E7-148931D7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2925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0C075B-ACF3-4C0D-9EE0-761B1C55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53075"/>
            <a:ext cx="843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demande: un sponsor métier, un sponsor conformité, un sponsor SI, et un créneau de démo pilotée.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3F5E76-0865-4C6C-8965-F2C79ABF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7FA454-3304-4A58-B608-41E9DE91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VeriPass buy-in pitch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177DDA-61DB-4A33-BEB8-6A895C04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40588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580495-6B13-45A3-9A7D-87DDD176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-Démo en salle">
            <a:extLst xmlns:a="http://schemas.openxmlformats.org/drawingml/2006/main">
              <a:ext uri="{FF2B5EF4-FFF2-40B4-BE49-F238E27FC236}">
                <a16:creationId xmlns:a16="http://schemas.microsoft.com/office/drawing/2014/main" id="{9AE5DC37-5C95-4978-BDB1-72A26D68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Démo en salle">
            <a:extLst xmlns:a="http://schemas.openxmlformats.org/drawingml/2006/main">
              <a:ext uri="{FF2B5EF4-FFF2-40B4-BE49-F238E27FC236}">
                <a16:creationId xmlns:a16="http://schemas.microsoft.com/office/drawing/2014/main" id="{C6458F86-5489-4A23-86FC-E176BF7D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DÉMO EN SALLE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01CDB-9464-4371-B2C1-2E2B6985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En huit minutes, ils doivent voir une histoire, pas une visite guidée.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70AC2-2166-4FF2-9675-09513699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La démo doit monter en tension: désir client, dossier agent, contrôle conformité, pilotage direction, puis demande de sponsor.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68607-E1F7-4326-80C5-348AD14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CC882-F4C0-4AA2-9479-9B75A21E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96509-2640-43FB-9D99-DA0973E4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527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4D51F-B60F-4A37-A280-5F9BF288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ABB35-C8AF-49ED-B20C-AABD6641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le parcours donne envie de finir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EC0B6-3775-49E4-AA38-0FE373B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48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E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72DD1-820C-4B31-B4A0-688F40EF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909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BE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B4812-E280-44A1-B1CF-80F0C48C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3850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B4EA2-1954-4E3D-ADEA-01DE05D5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968CE-0F8B-44AD-B20F-3BBF5B70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527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A9C00-7267-4DA3-B7FC-ACB8FF8C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76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294F2-CFB3-4EAF-9DF3-E3B7742A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386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le dossier arrive déjà lisible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B6B42-46F9-4050-8C67-7F49ED7E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48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E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A4D7D-1A9E-483C-B0FC-F2C40F62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909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BE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14A24-6EB5-402A-AA14-35979720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3850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7F3C5-3185-47AB-8412-6ADA45D4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67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A5111-95D0-4FD4-B16C-28F66FF9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527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A458D-3E6B-4EE7-BA67-74D264B0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76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Risque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D2330-28D9-4D90-A4B2-4903384E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386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une alerte bloque la décision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5B268-26FA-41EF-AC5A-397C058B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48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E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862EF-1729-4E40-8711-8104E792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909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BE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60394-6610-404A-9464-FA485BF8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3850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6C04A-CEC2-4806-957F-31714594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67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97F456-8706-4A57-B6F4-86F7742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527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4DEBAF-5A58-4057-BE63-087F2CCB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76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Pilotage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780E7-4256-413E-AADA-F5A2290B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386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la preuve reste visible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4EA48C-25D2-4D53-A7A9-65C34EE6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E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717DB-ADF3-4E42-AA50-BC4304EC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909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BE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B80822-B1AC-42FA-B4C9-E1CE2833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3850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F0E50F-9673-4576-B876-7E446D50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67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6325DD-6C01-45D3-997C-58B569D2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527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65BD6F-024C-4B3C-B76D-2898883E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4FEF7C-4C87-4A01-B41A-3868E0E1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386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on transforme la démo en pilote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2385FB-B953-44BC-8973-4B63DF2B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787E06-F6DD-4D37-94C4-CB232DFB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72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 pas commenter chaque bouton. Dire ce que chaque écran change dans la tête de la personne qui doit dire oui.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8FF958-E1D5-4E80-BE52-3B1C6099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CCFAF3-13B6-468B-9F26-98C18808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VeriPass buy-in pitch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BC35B1-F57A-4FA3-B45F-09728084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662190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D46732-7BA3-4024-89CA-CB537818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64880b9f44e4c"/>
          <a:stretch xmlns:a="http://schemas.openxmlformats.org/drawingml/2006/main"/>
        </p:blipFill>
        <p:spPr>
          <a:xfrm xmlns:a="http://schemas.openxmlformats.org/drawingml/2006/main">
            <a:off x="609600" y="4381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45D0D-953A-4C9C-A8FD-AD7A83C0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BC710-3CA6-4DE1-BAA2-A4F0C08F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381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2417F-EC98-4F61-A2C9-6FFBACC0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14450"/>
            <a:ext cx="723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meilleure innovation est celle qui donne envie au client et confiance au banquier.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40C34-8959-4BF5-A23F-83CCDECB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VeriPass est prêt à être jugé sur une chose: sa capacité à transformer un parcours KYC en relation bancaire plus fluide, plus sûre et plus vendable.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393C3-63B1-43D3-8A8F-87726101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19200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8F92E-E855-40FC-AF11-5DD2D042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04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Décision demandée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A0A1B-9557-405E-AB3D-C3A777C6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8595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Autoriser une démo sponsorisée, puis un pilote contrôlé.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B73D2-20E4-4618-8809-4C5F2173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A21A1-4681-471E-B2DB-CA3B740A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Métier + Conformité +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FF901-A294-496B-9E73-0D853183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trois sponsors, une décision claire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8AC46-2D75-4224-A802-AF0CDE21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Dernière phrase à dire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93E47-ABD1-44E8-832F-99615E97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"Je ne vous demande pas de croire le prototype. Je vous demande de lui donner le droit de prouver sa valeur devant les métiers."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2CCAC-9694-4089-98C1-81D20DDE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A8C82-8F8C-49C8-BAC3-B25D2C9E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VeriPass - decision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C69E0-AF07-4296-BFDB-A15C0527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60116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2026-05-30T16:57:48.2470000Z</dcterms:created>
  <dcterms:modified xsi:type="dcterms:W3CDTF">2026-05-30T16:57:48.2470000Z</dcterms:modified>
</coreProperties>
</file>